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65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5F595A-0EC8-4640-9212-F1854A2652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EA86A7A-3B82-4651-BC89-85C0A37EB49A}">
      <dgm:prSet phldrT="[文字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面積與周長比例檢驗</a:t>
          </a:r>
          <a:endParaRPr lang="en-US" altLang="zh-TW" sz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過濾平滑固體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247C7C43-79A3-472D-A9F2-8109C0CC5982}" type="par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641E7F33-41B5-48A9-961F-E29F60394341}" type="sib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554293D1-3FBC-43BC-881C-BE3CAA8BC515}">
      <dgm:prSet phldrT="[文字]" custT="1"/>
      <dgm:spPr/>
      <dgm:t>
        <a:bodyPr/>
        <a:lstStyle/>
        <a:p>
          <a:r>
            <a:rPr lang="zh-TW" altLang="en-US" sz="1200" dirty="0"/>
            <a:t>平均垂直速度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確保向上運動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20F1981-E689-4FF5-8937-73B8885DEA61}" type="par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DF6F1B68-CC7F-4079-B4F7-3BA2BCEBF8F7}" type="sib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930E979D-BE3A-46EB-B331-AD1011F9A2BD}">
      <dgm:prSet phldrT="[文字]" custT="1"/>
      <dgm:spPr/>
      <dgm:t>
        <a:bodyPr/>
        <a:lstStyle/>
        <a:p>
          <a:r>
            <a:rPr lang="zh-TW" altLang="en-US" sz="1200" dirty="0"/>
            <a:t>散度 </a:t>
          </a:r>
          <a:r>
            <a:rPr lang="en-US" altLang="en-US" sz="1200" dirty="0"/>
            <a:t>Divergence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確保向外擴張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E60071D0-029C-4E94-9D08-FE6EE9BA985E}" type="par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E6293BC0-07DE-4AC0-B7DB-A03C40B2F63C}" type="sib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D156D62E-883A-455A-88B5-3F21A81D0BA1}">
      <dgm:prSet phldrT="[文字]" custT="1"/>
      <dgm:spPr/>
      <dgm:t>
        <a:bodyPr/>
        <a:lstStyle/>
        <a:p>
          <a:r>
            <a:rPr lang="zh-TW" altLang="en-US" sz="1200" dirty="0"/>
            <a:t>亂流 </a:t>
          </a:r>
          <a:r>
            <a:rPr lang="en-US" altLang="en-US" sz="1200" dirty="0"/>
            <a:t>Turbulence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確保運動混亂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D36E5AE9-7AE0-46C0-A3AE-68C4850A549F}" type="par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2D656C5A-049B-4B94-8EB3-3C90C88FADED}" type="sib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862EDA7F-19E1-4832-B103-2A15DEE32780}">
      <dgm:prSet phldrT="[文字]" custT="1"/>
      <dgm:spPr/>
      <dgm:t>
        <a:bodyPr/>
        <a:lstStyle/>
        <a:p>
          <a:r>
            <a:rPr lang="zh-TW" altLang="en-US" sz="1200" dirty="0"/>
            <a:t>時域 </a:t>
          </a:r>
          <a:r>
            <a:rPr lang="en-US" altLang="en-US" sz="1200" dirty="0"/>
            <a:t>FFT </a:t>
          </a:r>
          <a:r>
            <a:rPr lang="zh-TW" altLang="en-US" sz="1200" dirty="0"/>
            <a:t>頻率分析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確保有 </a:t>
          </a:r>
          <a:r>
            <a:rPr lang="en-US" altLang="en-US" sz="1200" dirty="0"/>
            <a:t>7-12Hz </a:t>
          </a:r>
          <a:r>
            <a:rPr lang="zh-TW" altLang="en-US" sz="1200" dirty="0"/>
            <a:t>閃爍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7AD4F07-D7AE-4936-A718-EE6416AADC11}" type="par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3A7F7F12-96A5-4B2A-BAED-C29B13B84474}" type="sib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D9706344-EF40-43BD-BEB1-061843D7F846}" type="pres">
      <dgm:prSet presAssocID="{5D5F595A-0EC8-4640-9212-F1854A265259}" presName="Name0" presStyleCnt="0">
        <dgm:presLayoutVars>
          <dgm:dir/>
          <dgm:animLvl val="lvl"/>
          <dgm:resizeHandles val="exact"/>
        </dgm:presLayoutVars>
      </dgm:prSet>
      <dgm:spPr/>
    </dgm:pt>
    <dgm:pt modelId="{5275DF86-7890-4791-A6A3-51867EA1E185}" type="pres">
      <dgm:prSet presAssocID="{EEA86A7A-3B82-4651-BC89-85C0A37EB4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6C14375-83DA-4CA6-B224-A7672F891740}" type="pres">
      <dgm:prSet presAssocID="{641E7F33-41B5-48A9-961F-E29F60394341}" presName="parTxOnlySpace" presStyleCnt="0"/>
      <dgm:spPr/>
    </dgm:pt>
    <dgm:pt modelId="{3DE50841-718D-49F5-861C-85CB3CADE02C}" type="pres">
      <dgm:prSet presAssocID="{554293D1-3FBC-43BC-881C-BE3CAA8BC51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2C6CA97-B532-43E9-86F9-05DCD9D4B06A}" type="pres">
      <dgm:prSet presAssocID="{DF6F1B68-CC7F-4079-B4F7-3BA2BCEBF8F7}" presName="parTxOnlySpace" presStyleCnt="0"/>
      <dgm:spPr/>
    </dgm:pt>
    <dgm:pt modelId="{1BE76935-55ED-4DAD-95C8-5DEDD1E4A5F4}" type="pres">
      <dgm:prSet presAssocID="{930E979D-BE3A-46EB-B331-AD1011F9A2B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A5635D-DC9F-4D0C-A32B-D9A2DBE3CC7A}" type="pres">
      <dgm:prSet presAssocID="{E6293BC0-07DE-4AC0-B7DB-A03C40B2F63C}" presName="parTxOnlySpace" presStyleCnt="0"/>
      <dgm:spPr/>
    </dgm:pt>
    <dgm:pt modelId="{67FF543E-0A6F-492B-BBE5-6ED231D8B846}" type="pres">
      <dgm:prSet presAssocID="{D156D62E-883A-455A-88B5-3F21A81D0BA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EFCE09-1B7A-4196-84B1-D1EA78449E70}" type="pres">
      <dgm:prSet presAssocID="{2D656C5A-049B-4B94-8EB3-3C90C88FADED}" presName="parTxOnlySpace" presStyleCnt="0"/>
      <dgm:spPr/>
    </dgm:pt>
    <dgm:pt modelId="{12F4A251-71C0-4397-B06B-511F71A7CC67}" type="pres">
      <dgm:prSet presAssocID="{862EDA7F-19E1-4832-B103-2A15DEE3278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AF9D71E-67FB-4768-9E87-A6311A8D4751}" srcId="{5D5F595A-0EC8-4640-9212-F1854A265259}" destId="{D156D62E-883A-455A-88B5-3F21A81D0BA1}" srcOrd="3" destOrd="0" parTransId="{D36E5AE9-7AE0-46C0-A3AE-68C4850A549F}" sibTransId="{2D656C5A-049B-4B94-8EB3-3C90C88FADED}"/>
    <dgm:cxn modelId="{F767DA2F-821C-47DC-A13A-22F1AF33B2C6}" type="presOf" srcId="{862EDA7F-19E1-4832-B103-2A15DEE32780}" destId="{12F4A251-71C0-4397-B06B-511F71A7CC67}" srcOrd="0" destOrd="0" presId="urn:microsoft.com/office/officeart/2005/8/layout/chevron1"/>
    <dgm:cxn modelId="{3E849F36-D9F9-499C-82BE-67F30FD1CBF5}" type="presOf" srcId="{D156D62E-883A-455A-88B5-3F21A81D0BA1}" destId="{67FF543E-0A6F-492B-BBE5-6ED231D8B846}" srcOrd="0" destOrd="0" presId="urn:microsoft.com/office/officeart/2005/8/layout/chevron1"/>
    <dgm:cxn modelId="{3498D241-01C5-4E05-8C0D-0A4B7E8CB33C}" type="presOf" srcId="{554293D1-3FBC-43BC-881C-BE3CAA8BC515}" destId="{3DE50841-718D-49F5-861C-85CB3CADE02C}" srcOrd="0" destOrd="0" presId="urn:microsoft.com/office/officeart/2005/8/layout/chevron1"/>
    <dgm:cxn modelId="{2154EE45-C112-461C-A2D8-C156A52B1B6D}" type="presOf" srcId="{5D5F595A-0EC8-4640-9212-F1854A265259}" destId="{D9706344-EF40-43BD-BEB1-061843D7F846}" srcOrd="0" destOrd="0" presId="urn:microsoft.com/office/officeart/2005/8/layout/chevron1"/>
    <dgm:cxn modelId="{E55BA271-9E53-4456-8BC4-398201FBB48E}" type="presOf" srcId="{930E979D-BE3A-46EB-B331-AD1011F9A2BD}" destId="{1BE76935-55ED-4DAD-95C8-5DEDD1E4A5F4}" srcOrd="0" destOrd="0" presId="urn:microsoft.com/office/officeart/2005/8/layout/chevron1"/>
    <dgm:cxn modelId="{74D9FB54-012B-4111-B1BA-340BC676571D}" srcId="{5D5F595A-0EC8-4640-9212-F1854A265259}" destId="{554293D1-3FBC-43BC-881C-BE3CAA8BC515}" srcOrd="1" destOrd="0" parTransId="{A20F1981-E689-4FF5-8937-73B8885DEA61}" sibTransId="{DF6F1B68-CC7F-4079-B4F7-3BA2BCEBF8F7}"/>
    <dgm:cxn modelId="{5C24ECA2-AC14-41F9-B15E-6C03AFD13844}" srcId="{5D5F595A-0EC8-4640-9212-F1854A265259}" destId="{EEA86A7A-3B82-4651-BC89-85C0A37EB49A}" srcOrd="0" destOrd="0" parTransId="{247C7C43-79A3-472D-A9F2-8109C0CC5982}" sibTransId="{641E7F33-41B5-48A9-961F-E29F60394341}"/>
    <dgm:cxn modelId="{174BB3EB-97B2-41AA-845F-3F00A4E6BAE5}" srcId="{5D5F595A-0EC8-4640-9212-F1854A265259}" destId="{930E979D-BE3A-46EB-B331-AD1011F9A2BD}" srcOrd="2" destOrd="0" parTransId="{E60071D0-029C-4E94-9D08-FE6EE9BA985E}" sibTransId="{E6293BC0-07DE-4AC0-B7DB-A03C40B2F63C}"/>
    <dgm:cxn modelId="{6C5720F1-0480-4AE9-8C45-18A77E008B92}" srcId="{5D5F595A-0EC8-4640-9212-F1854A265259}" destId="{862EDA7F-19E1-4832-B103-2A15DEE32780}" srcOrd="4" destOrd="0" parTransId="{A7AD4F07-D7AE-4936-A718-EE6416AADC11}" sibTransId="{3A7F7F12-96A5-4B2A-BAED-C29B13B84474}"/>
    <dgm:cxn modelId="{ACB16EF7-E28D-4B5E-B6A2-954B8BD4872B}" type="presOf" srcId="{EEA86A7A-3B82-4651-BC89-85C0A37EB49A}" destId="{5275DF86-7890-4791-A6A3-51867EA1E185}" srcOrd="0" destOrd="0" presId="urn:microsoft.com/office/officeart/2005/8/layout/chevron1"/>
    <dgm:cxn modelId="{C3A824A4-9B71-4EB2-B8E0-31038E701F0A}" type="presParOf" srcId="{D9706344-EF40-43BD-BEB1-061843D7F846}" destId="{5275DF86-7890-4791-A6A3-51867EA1E185}" srcOrd="0" destOrd="0" presId="urn:microsoft.com/office/officeart/2005/8/layout/chevron1"/>
    <dgm:cxn modelId="{F5E612E8-7177-4A58-B48F-A3C3EBE90A81}" type="presParOf" srcId="{D9706344-EF40-43BD-BEB1-061843D7F846}" destId="{B6C14375-83DA-4CA6-B224-A7672F891740}" srcOrd="1" destOrd="0" presId="urn:microsoft.com/office/officeart/2005/8/layout/chevron1"/>
    <dgm:cxn modelId="{4C2F7DCA-5B7C-4947-A376-6875801848D4}" type="presParOf" srcId="{D9706344-EF40-43BD-BEB1-061843D7F846}" destId="{3DE50841-718D-49F5-861C-85CB3CADE02C}" srcOrd="2" destOrd="0" presId="urn:microsoft.com/office/officeart/2005/8/layout/chevron1"/>
    <dgm:cxn modelId="{F9A4D01E-5172-4499-A88E-075C25A411C7}" type="presParOf" srcId="{D9706344-EF40-43BD-BEB1-061843D7F846}" destId="{D2C6CA97-B532-43E9-86F9-05DCD9D4B06A}" srcOrd="3" destOrd="0" presId="urn:microsoft.com/office/officeart/2005/8/layout/chevron1"/>
    <dgm:cxn modelId="{A26BB6E3-C324-4024-893C-ABC24190182B}" type="presParOf" srcId="{D9706344-EF40-43BD-BEB1-061843D7F846}" destId="{1BE76935-55ED-4DAD-95C8-5DEDD1E4A5F4}" srcOrd="4" destOrd="0" presId="urn:microsoft.com/office/officeart/2005/8/layout/chevron1"/>
    <dgm:cxn modelId="{4C39B53B-6A72-4EB6-8A7E-7037B7C32851}" type="presParOf" srcId="{D9706344-EF40-43BD-BEB1-061843D7F846}" destId="{ECA5635D-DC9F-4D0C-A32B-D9A2DBE3CC7A}" srcOrd="5" destOrd="0" presId="urn:microsoft.com/office/officeart/2005/8/layout/chevron1"/>
    <dgm:cxn modelId="{14BABFC5-D226-4C9D-8F0E-AD45720BCF08}" type="presParOf" srcId="{D9706344-EF40-43BD-BEB1-061843D7F846}" destId="{67FF543E-0A6F-492B-BBE5-6ED231D8B846}" srcOrd="6" destOrd="0" presId="urn:microsoft.com/office/officeart/2005/8/layout/chevron1"/>
    <dgm:cxn modelId="{CA1960B2-3D86-40A7-8C2C-FC9709E5192A}" type="presParOf" srcId="{D9706344-EF40-43BD-BEB1-061843D7F846}" destId="{81EFCE09-1B7A-4196-84B1-D1EA78449E70}" srcOrd="7" destOrd="0" presId="urn:microsoft.com/office/officeart/2005/8/layout/chevron1"/>
    <dgm:cxn modelId="{FB67C63A-3C92-473F-B575-68460CF5A278}" type="presParOf" srcId="{D9706344-EF40-43BD-BEB1-061843D7F846}" destId="{12F4A251-71C0-4397-B06B-511F71A7CC6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5F595A-0EC8-4640-9212-F1854A2652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EA86A7A-3B82-4651-BC89-85C0A37EB49A}">
      <dgm:prSet phldrT="[文字]" custT="1"/>
      <dgm:spPr/>
      <dgm:t>
        <a:bodyPr/>
        <a:lstStyle/>
        <a:p>
          <a:r>
            <a:rPr lang="zh-TW" altLang="en-US" sz="1200" dirty="0"/>
            <a:t>面積與周長比例檢驗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過濾平滑固體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247C7C43-79A3-472D-A9F2-8109C0CC5982}" type="par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641E7F33-41B5-48A9-961F-E29F60394341}" type="sib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554293D1-3FBC-43BC-881C-BE3CAA8BC515}">
      <dgm:prSet phldrT="[文字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平均垂直速度</a:t>
          </a:r>
          <a:endParaRPr lang="en-US" altLang="zh-TW" sz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確保向上運動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A20F1981-E689-4FF5-8937-73B8885DEA61}" type="par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DF6F1B68-CC7F-4079-B4F7-3BA2BCEBF8F7}" type="sib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930E979D-BE3A-46EB-B331-AD1011F9A2BD}">
      <dgm:prSet phldrT="[文字]" custT="1"/>
      <dgm:spPr/>
      <dgm:t>
        <a:bodyPr/>
        <a:lstStyle/>
        <a:p>
          <a:r>
            <a:rPr lang="zh-TW" altLang="en-US" sz="1200" dirty="0"/>
            <a:t>散度 </a:t>
          </a:r>
          <a:r>
            <a:rPr lang="en-US" altLang="en-US" sz="1200" dirty="0"/>
            <a:t>Divergence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確保向外擴張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E60071D0-029C-4E94-9D08-FE6EE9BA985E}" type="par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E6293BC0-07DE-4AC0-B7DB-A03C40B2F63C}" type="sib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D156D62E-883A-455A-88B5-3F21A81D0BA1}">
      <dgm:prSet phldrT="[文字]" custT="1"/>
      <dgm:spPr/>
      <dgm:t>
        <a:bodyPr/>
        <a:lstStyle/>
        <a:p>
          <a:r>
            <a:rPr lang="zh-TW" altLang="en-US" sz="1200" dirty="0"/>
            <a:t>亂流 </a:t>
          </a:r>
          <a:r>
            <a:rPr lang="en-US" altLang="en-US" sz="1200" dirty="0"/>
            <a:t>Turbulence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確保運動混亂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D36E5AE9-7AE0-46C0-A3AE-68C4850A549F}" type="par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2D656C5A-049B-4B94-8EB3-3C90C88FADED}" type="sib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862EDA7F-19E1-4832-B103-2A15DEE32780}">
      <dgm:prSet phldrT="[文字]" custT="1"/>
      <dgm:spPr/>
      <dgm:t>
        <a:bodyPr/>
        <a:lstStyle/>
        <a:p>
          <a:r>
            <a:rPr lang="zh-TW" altLang="en-US" sz="1200" dirty="0"/>
            <a:t>時域 </a:t>
          </a:r>
          <a:r>
            <a:rPr lang="en-US" altLang="en-US" sz="1200" dirty="0"/>
            <a:t>FFT </a:t>
          </a:r>
          <a:r>
            <a:rPr lang="zh-TW" altLang="en-US" sz="1200" dirty="0"/>
            <a:t>頻率分析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確保有 </a:t>
          </a:r>
          <a:r>
            <a:rPr lang="en-US" altLang="en-US" sz="1200" dirty="0"/>
            <a:t>7-12Hz </a:t>
          </a:r>
          <a:r>
            <a:rPr lang="zh-TW" altLang="en-US" sz="1200" dirty="0"/>
            <a:t>閃爍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7AD4F07-D7AE-4936-A718-EE6416AADC11}" type="par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3A7F7F12-96A5-4B2A-BAED-C29B13B84474}" type="sib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D9706344-EF40-43BD-BEB1-061843D7F846}" type="pres">
      <dgm:prSet presAssocID="{5D5F595A-0EC8-4640-9212-F1854A265259}" presName="Name0" presStyleCnt="0">
        <dgm:presLayoutVars>
          <dgm:dir/>
          <dgm:animLvl val="lvl"/>
          <dgm:resizeHandles val="exact"/>
        </dgm:presLayoutVars>
      </dgm:prSet>
      <dgm:spPr/>
    </dgm:pt>
    <dgm:pt modelId="{5275DF86-7890-4791-A6A3-51867EA1E185}" type="pres">
      <dgm:prSet presAssocID="{EEA86A7A-3B82-4651-BC89-85C0A37EB4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6C14375-83DA-4CA6-B224-A7672F891740}" type="pres">
      <dgm:prSet presAssocID="{641E7F33-41B5-48A9-961F-E29F60394341}" presName="parTxOnlySpace" presStyleCnt="0"/>
      <dgm:spPr/>
    </dgm:pt>
    <dgm:pt modelId="{3DE50841-718D-49F5-861C-85CB3CADE02C}" type="pres">
      <dgm:prSet presAssocID="{554293D1-3FBC-43BC-881C-BE3CAA8BC51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2C6CA97-B532-43E9-86F9-05DCD9D4B06A}" type="pres">
      <dgm:prSet presAssocID="{DF6F1B68-CC7F-4079-B4F7-3BA2BCEBF8F7}" presName="parTxOnlySpace" presStyleCnt="0"/>
      <dgm:spPr/>
    </dgm:pt>
    <dgm:pt modelId="{1BE76935-55ED-4DAD-95C8-5DEDD1E4A5F4}" type="pres">
      <dgm:prSet presAssocID="{930E979D-BE3A-46EB-B331-AD1011F9A2B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A5635D-DC9F-4D0C-A32B-D9A2DBE3CC7A}" type="pres">
      <dgm:prSet presAssocID="{E6293BC0-07DE-4AC0-B7DB-A03C40B2F63C}" presName="parTxOnlySpace" presStyleCnt="0"/>
      <dgm:spPr/>
    </dgm:pt>
    <dgm:pt modelId="{67FF543E-0A6F-492B-BBE5-6ED231D8B846}" type="pres">
      <dgm:prSet presAssocID="{D156D62E-883A-455A-88B5-3F21A81D0BA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EFCE09-1B7A-4196-84B1-D1EA78449E70}" type="pres">
      <dgm:prSet presAssocID="{2D656C5A-049B-4B94-8EB3-3C90C88FADED}" presName="parTxOnlySpace" presStyleCnt="0"/>
      <dgm:spPr/>
    </dgm:pt>
    <dgm:pt modelId="{12F4A251-71C0-4397-B06B-511F71A7CC67}" type="pres">
      <dgm:prSet presAssocID="{862EDA7F-19E1-4832-B103-2A15DEE3278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AF9D71E-67FB-4768-9E87-A6311A8D4751}" srcId="{5D5F595A-0EC8-4640-9212-F1854A265259}" destId="{D156D62E-883A-455A-88B5-3F21A81D0BA1}" srcOrd="3" destOrd="0" parTransId="{D36E5AE9-7AE0-46C0-A3AE-68C4850A549F}" sibTransId="{2D656C5A-049B-4B94-8EB3-3C90C88FADED}"/>
    <dgm:cxn modelId="{F767DA2F-821C-47DC-A13A-22F1AF33B2C6}" type="presOf" srcId="{862EDA7F-19E1-4832-B103-2A15DEE32780}" destId="{12F4A251-71C0-4397-B06B-511F71A7CC67}" srcOrd="0" destOrd="0" presId="urn:microsoft.com/office/officeart/2005/8/layout/chevron1"/>
    <dgm:cxn modelId="{3E849F36-D9F9-499C-82BE-67F30FD1CBF5}" type="presOf" srcId="{D156D62E-883A-455A-88B5-3F21A81D0BA1}" destId="{67FF543E-0A6F-492B-BBE5-6ED231D8B846}" srcOrd="0" destOrd="0" presId="urn:microsoft.com/office/officeart/2005/8/layout/chevron1"/>
    <dgm:cxn modelId="{3498D241-01C5-4E05-8C0D-0A4B7E8CB33C}" type="presOf" srcId="{554293D1-3FBC-43BC-881C-BE3CAA8BC515}" destId="{3DE50841-718D-49F5-861C-85CB3CADE02C}" srcOrd="0" destOrd="0" presId="urn:microsoft.com/office/officeart/2005/8/layout/chevron1"/>
    <dgm:cxn modelId="{2154EE45-C112-461C-A2D8-C156A52B1B6D}" type="presOf" srcId="{5D5F595A-0EC8-4640-9212-F1854A265259}" destId="{D9706344-EF40-43BD-BEB1-061843D7F846}" srcOrd="0" destOrd="0" presId="urn:microsoft.com/office/officeart/2005/8/layout/chevron1"/>
    <dgm:cxn modelId="{E55BA271-9E53-4456-8BC4-398201FBB48E}" type="presOf" srcId="{930E979D-BE3A-46EB-B331-AD1011F9A2BD}" destId="{1BE76935-55ED-4DAD-95C8-5DEDD1E4A5F4}" srcOrd="0" destOrd="0" presId="urn:microsoft.com/office/officeart/2005/8/layout/chevron1"/>
    <dgm:cxn modelId="{74D9FB54-012B-4111-B1BA-340BC676571D}" srcId="{5D5F595A-0EC8-4640-9212-F1854A265259}" destId="{554293D1-3FBC-43BC-881C-BE3CAA8BC515}" srcOrd="1" destOrd="0" parTransId="{A20F1981-E689-4FF5-8937-73B8885DEA61}" sibTransId="{DF6F1B68-CC7F-4079-B4F7-3BA2BCEBF8F7}"/>
    <dgm:cxn modelId="{5C24ECA2-AC14-41F9-B15E-6C03AFD13844}" srcId="{5D5F595A-0EC8-4640-9212-F1854A265259}" destId="{EEA86A7A-3B82-4651-BC89-85C0A37EB49A}" srcOrd="0" destOrd="0" parTransId="{247C7C43-79A3-472D-A9F2-8109C0CC5982}" sibTransId="{641E7F33-41B5-48A9-961F-E29F60394341}"/>
    <dgm:cxn modelId="{174BB3EB-97B2-41AA-845F-3F00A4E6BAE5}" srcId="{5D5F595A-0EC8-4640-9212-F1854A265259}" destId="{930E979D-BE3A-46EB-B331-AD1011F9A2BD}" srcOrd="2" destOrd="0" parTransId="{E60071D0-029C-4E94-9D08-FE6EE9BA985E}" sibTransId="{E6293BC0-07DE-4AC0-B7DB-A03C40B2F63C}"/>
    <dgm:cxn modelId="{6C5720F1-0480-4AE9-8C45-18A77E008B92}" srcId="{5D5F595A-0EC8-4640-9212-F1854A265259}" destId="{862EDA7F-19E1-4832-B103-2A15DEE32780}" srcOrd="4" destOrd="0" parTransId="{A7AD4F07-D7AE-4936-A718-EE6416AADC11}" sibTransId="{3A7F7F12-96A5-4B2A-BAED-C29B13B84474}"/>
    <dgm:cxn modelId="{ACB16EF7-E28D-4B5E-B6A2-954B8BD4872B}" type="presOf" srcId="{EEA86A7A-3B82-4651-BC89-85C0A37EB49A}" destId="{5275DF86-7890-4791-A6A3-51867EA1E185}" srcOrd="0" destOrd="0" presId="urn:microsoft.com/office/officeart/2005/8/layout/chevron1"/>
    <dgm:cxn modelId="{C3A824A4-9B71-4EB2-B8E0-31038E701F0A}" type="presParOf" srcId="{D9706344-EF40-43BD-BEB1-061843D7F846}" destId="{5275DF86-7890-4791-A6A3-51867EA1E185}" srcOrd="0" destOrd="0" presId="urn:microsoft.com/office/officeart/2005/8/layout/chevron1"/>
    <dgm:cxn modelId="{F5E612E8-7177-4A58-B48F-A3C3EBE90A81}" type="presParOf" srcId="{D9706344-EF40-43BD-BEB1-061843D7F846}" destId="{B6C14375-83DA-4CA6-B224-A7672F891740}" srcOrd="1" destOrd="0" presId="urn:microsoft.com/office/officeart/2005/8/layout/chevron1"/>
    <dgm:cxn modelId="{4C2F7DCA-5B7C-4947-A376-6875801848D4}" type="presParOf" srcId="{D9706344-EF40-43BD-BEB1-061843D7F846}" destId="{3DE50841-718D-49F5-861C-85CB3CADE02C}" srcOrd="2" destOrd="0" presId="urn:microsoft.com/office/officeart/2005/8/layout/chevron1"/>
    <dgm:cxn modelId="{F9A4D01E-5172-4499-A88E-075C25A411C7}" type="presParOf" srcId="{D9706344-EF40-43BD-BEB1-061843D7F846}" destId="{D2C6CA97-B532-43E9-86F9-05DCD9D4B06A}" srcOrd="3" destOrd="0" presId="urn:microsoft.com/office/officeart/2005/8/layout/chevron1"/>
    <dgm:cxn modelId="{A26BB6E3-C324-4024-893C-ABC24190182B}" type="presParOf" srcId="{D9706344-EF40-43BD-BEB1-061843D7F846}" destId="{1BE76935-55ED-4DAD-95C8-5DEDD1E4A5F4}" srcOrd="4" destOrd="0" presId="urn:microsoft.com/office/officeart/2005/8/layout/chevron1"/>
    <dgm:cxn modelId="{4C39B53B-6A72-4EB6-8A7E-7037B7C32851}" type="presParOf" srcId="{D9706344-EF40-43BD-BEB1-061843D7F846}" destId="{ECA5635D-DC9F-4D0C-A32B-D9A2DBE3CC7A}" srcOrd="5" destOrd="0" presId="urn:microsoft.com/office/officeart/2005/8/layout/chevron1"/>
    <dgm:cxn modelId="{14BABFC5-D226-4C9D-8F0E-AD45720BCF08}" type="presParOf" srcId="{D9706344-EF40-43BD-BEB1-061843D7F846}" destId="{67FF543E-0A6F-492B-BBE5-6ED231D8B846}" srcOrd="6" destOrd="0" presId="urn:microsoft.com/office/officeart/2005/8/layout/chevron1"/>
    <dgm:cxn modelId="{CA1960B2-3D86-40A7-8C2C-FC9709E5192A}" type="presParOf" srcId="{D9706344-EF40-43BD-BEB1-061843D7F846}" destId="{81EFCE09-1B7A-4196-84B1-D1EA78449E70}" srcOrd="7" destOrd="0" presId="urn:microsoft.com/office/officeart/2005/8/layout/chevron1"/>
    <dgm:cxn modelId="{FB67C63A-3C92-473F-B575-68460CF5A278}" type="presParOf" srcId="{D9706344-EF40-43BD-BEB1-061843D7F846}" destId="{12F4A251-71C0-4397-B06B-511F71A7CC6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5F595A-0EC8-4640-9212-F1854A2652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EA86A7A-3B82-4651-BC89-85C0A37EB49A}">
      <dgm:prSet phldrT="[文字]" custT="1"/>
      <dgm:spPr/>
      <dgm:t>
        <a:bodyPr/>
        <a:lstStyle/>
        <a:p>
          <a:r>
            <a:rPr lang="zh-TW" altLang="en-US" sz="1200" dirty="0"/>
            <a:t>面積與周長比例檢驗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過濾平滑固體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247C7C43-79A3-472D-A9F2-8109C0CC5982}" type="par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641E7F33-41B5-48A9-961F-E29F60394341}" type="sib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554293D1-3FBC-43BC-881C-BE3CAA8BC515}">
      <dgm:prSet phldrT="[文字]" custT="1"/>
      <dgm:spPr/>
      <dgm:t>
        <a:bodyPr/>
        <a:lstStyle/>
        <a:p>
          <a:r>
            <a:rPr lang="zh-TW" altLang="en-US" sz="1200" dirty="0"/>
            <a:t>平均垂直速度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確保向上運動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20F1981-E689-4FF5-8937-73B8885DEA61}" type="par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DF6F1B68-CC7F-4079-B4F7-3BA2BCEBF8F7}" type="sib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930E979D-BE3A-46EB-B331-AD1011F9A2BD}">
      <dgm:prSet phldrT="[文字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散度 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Divergence</a:t>
          </a:r>
        </a:p>
        <a:p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確保向外擴張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E60071D0-029C-4E94-9D08-FE6EE9BA985E}" type="par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E6293BC0-07DE-4AC0-B7DB-A03C40B2F63C}" type="sib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D156D62E-883A-455A-88B5-3F21A81D0BA1}">
      <dgm:prSet phldrT="[文字]" custT="1"/>
      <dgm:spPr/>
      <dgm:t>
        <a:bodyPr/>
        <a:lstStyle/>
        <a:p>
          <a:r>
            <a:rPr lang="zh-TW" altLang="en-US" sz="1200" dirty="0"/>
            <a:t>亂流 </a:t>
          </a:r>
          <a:r>
            <a:rPr lang="en-US" altLang="en-US" sz="1200" dirty="0"/>
            <a:t>Turbulence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確保運動混亂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D36E5AE9-7AE0-46C0-A3AE-68C4850A549F}" type="par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2D656C5A-049B-4B94-8EB3-3C90C88FADED}" type="sib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862EDA7F-19E1-4832-B103-2A15DEE32780}">
      <dgm:prSet phldrT="[文字]" custT="1"/>
      <dgm:spPr/>
      <dgm:t>
        <a:bodyPr/>
        <a:lstStyle/>
        <a:p>
          <a:r>
            <a:rPr lang="zh-TW" altLang="en-US" sz="1200" dirty="0"/>
            <a:t>時域 </a:t>
          </a:r>
          <a:r>
            <a:rPr lang="en-US" altLang="en-US" sz="1200" dirty="0"/>
            <a:t>FFT </a:t>
          </a:r>
          <a:r>
            <a:rPr lang="zh-TW" altLang="en-US" sz="1200" dirty="0"/>
            <a:t>頻率分析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確保有 </a:t>
          </a:r>
          <a:r>
            <a:rPr lang="en-US" altLang="en-US" sz="1200" dirty="0"/>
            <a:t>7-12Hz </a:t>
          </a:r>
          <a:r>
            <a:rPr lang="zh-TW" altLang="en-US" sz="1200" dirty="0"/>
            <a:t>閃爍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7AD4F07-D7AE-4936-A718-EE6416AADC11}" type="par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3A7F7F12-96A5-4B2A-BAED-C29B13B84474}" type="sib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D9706344-EF40-43BD-BEB1-061843D7F846}" type="pres">
      <dgm:prSet presAssocID="{5D5F595A-0EC8-4640-9212-F1854A265259}" presName="Name0" presStyleCnt="0">
        <dgm:presLayoutVars>
          <dgm:dir/>
          <dgm:animLvl val="lvl"/>
          <dgm:resizeHandles val="exact"/>
        </dgm:presLayoutVars>
      </dgm:prSet>
      <dgm:spPr/>
    </dgm:pt>
    <dgm:pt modelId="{5275DF86-7890-4791-A6A3-51867EA1E185}" type="pres">
      <dgm:prSet presAssocID="{EEA86A7A-3B82-4651-BC89-85C0A37EB4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6C14375-83DA-4CA6-B224-A7672F891740}" type="pres">
      <dgm:prSet presAssocID="{641E7F33-41B5-48A9-961F-E29F60394341}" presName="parTxOnlySpace" presStyleCnt="0"/>
      <dgm:spPr/>
    </dgm:pt>
    <dgm:pt modelId="{3DE50841-718D-49F5-861C-85CB3CADE02C}" type="pres">
      <dgm:prSet presAssocID="{554293D1-3FBC-43BC-881C-BE3CAA8BC51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2C6CA97-B532-43E9-86F9-05DCD9D4B06A}" type="pres">
      <dgm:prSet presAssocID="{DF6F1B68-CC7F-4079-B4F7-3BA2BCEBF8F7}" presName="parTxOnlySpace" presStyleCnt="0"/>
      <dgm:spPr/>
    </dgm:pt>
    <dgm:pt modelId="{1BE76935-55ED-4DAD-95C8-5DEDD1E4A5F4}" type="pres">
      <dgm:prSet presAssocID="{930E979D-BE3A-46EB-B331-AD1011F9A2B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A5635D-DC9F-4D0C-A32B-D9A2DBE3CC7A}" type="pres">
      <dgm:prSet presAssocID="{E6293BC0-07DE-4AC0-B7DB-A03C40B2F63C}" presName="parTxOnlySpace" presStyleCnt="0"/>
      <dgm:spPr/>
    </dgm:pt>
    <dgm:pt modelId="{67FF543E-0A6F-492B-BBE5-6ED231D8B846}" type="pres">
      <dgm:prSet presAssocID="{D156D62E-883A-455A-88B5-3F21A81D0BA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EFCE09-1B7A-4196-84B1-D1EA78449E70}" type="pres">
      <dgm:prSet presAssocID="{2D656C5A-049B-4B94-8EB3-3C90C88FADED}" presName="parTxOnlySpace" presStyleCnt="0"/>
      <dgm:spPr/>
    </dgm:pt>
    <dgm:pt modelId="{12F4A251-71C0-4397-B06B-511F71A7CC67}" type="pres">
      <dgm:prSet presAssocID="{862EDA7F-19E1-4832-B103-2A15DEE3278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AF9D71E-67FB-4768-9E87-A6311A8D4751}" srcId="{5D5F595A-0EC8-4640-9212-F1854A265259}" destId="{D156D62E-883A-455A-88B5-3F21A81D0BA1}" srcOrd="3" destOrd="0" parTransId="{D36E5AE9-7AE0-46C0-A3AE-68C4850A549F}" sibTransId="{2D656C5A-049B-4B94-8EB3-3C90C88FADED}"/>
    <dgm:cxn modelId="{F767DA2F-821C-47DC-A13A-22F1AF33B2C6}" type="presOf" srcId="{862EDA7F-19E1-4832-B103-2A15DEE32780}" destId="{12F4A251-71C0-4397-B06B-511F71A7CC67}" srcOrd="0" destOrd="0" presId="urn:microsoft.com/office/officeart/2005/8/layout/chevron1"/>
    <dgm:cxn modelId="{3E849F36-D9F9-499C-82BE-67F30FD1CBF5}" type="presOf" srcId="{D156D62E-883A-455A-88B5-3F21A81D0BA1}" destId="{67FF543E-0A6F-492B-BBE5-6ED231D8B846}" srcOrd="0" destOrd="0" presId="urn:microsoft.com/office/officeart/2005/8/layout/chevron1"/>
    <dgm:cxn modelId="{3498D241-01C5-4E05-8C0D-0A4B7E8CB33C}" type="presOf" srcId="{554293D1-3FBC-43BC-881C-BE3CAA8BC515}" destId="{3DE50841-718D-49F5-861C-85CB3CADE02C}" srcOrd="0" destOrd="0" presId="urn:microsoft.com/office/officeart/2005/8/layout/chevron1"/>
    <dgm:cxn modelId="{2154EE45-C112-461C-A2D8-C156A52B1B6D}" type="presOf" srcId="{5D5F595A-0EC8-4640-9212-F1854A265259}" destId="{D9706344-EF40-43BD-BEB1-061843D7F846}" srcOrd="0" destOrd="0" presId="urn:microsoft.com/office/officeart/2005/8/layout/chevron1"/>
    <dgm:cxn modelId="{E55BA271-9E53-4456-8BC4-398201FBB48E}" type="presOf" srcId="{930E979D-BE3A-46EB-B331-AD1011F9A2BD}" destId="{1BE76935-55ED-4DAD-95C8-5DEDD1E4A5F4}" srcOrd="0" destOrd="0" presId="urn:microsoft.com/office/officeart/2005/8/layout/chevron1"/>
    <dgm:cxn modelId="{74D9FB54-012B-4111-B1BA-340BC676571D}" srcId="{5D5F595A-0EC8-4640-9212-F1854A265259}" destId="{554293D1-3FBC-43BC-881C-BE3CAA8BC515}" srcOrd="1" destOrd="0" parTransId="{A20F1981-E689-4FF5-8937-73B8885DEA61}" sibTransId="{DF6F1B68-CC7F-4079-B4F7-3BA2BCEBF8F7}"/>
    <dgm:cxn modelId="{5C24ECA2-AC14-41F9-B15E-6C03AFD13844}" srcId="{5D5F595A-0EC8-4640-9212-F1854A265259}" destId="{EEA86A7A-3B82-4651-BC89-85C0A37EB49A}" srcOrd="0" destOrd="0" parTransId="{247C7C43-79A3-472D-A9F2-8109C0CC5982}" sibTransId="{641E7F33-41B5-48A9-961F-E29F60394341}"/>
    <dgm:cxn modelId="{174BB3EB-97B2-41AA-845F-3F00A4E6BAE5}" srcId="{5D5F595A-0EC8-4640-9212-F1854A265259}" destId="{930E979D-BE3A-46EB-B331-AD1011F9A2BD}" srcOrd="2" destOrd="0" parTransId="{E60071D0-029C-4E94-9D08-FE6EE9BA985E}" sibTransId="{E6293BC0-07DE-4AC0-B7DB-A03C40B2F63C}"/>
    <dgm:cxn modelId="{6C5720F1-0480-4AE9-8C45-18A77E008B92}" srcId="{5D5F595A-0EC8-4640-9212-F1854A265259}" destId="{862EDA7F-19E1-4832-B103-2A15DEE32780}" srcOrd="4" destOrd="0" parTransId="{A7AD4F07-D7AE-4936-A718-EE6416AADC11}" sibTransId="{3A7F7F12-96A5-4B2A-BAED-C29B13B84474}"/>
    <dgm:cxn modelId="{ACB16EF7-E28D-4B5E-B6A2-954B8BD4872B}" type="presOf" srcId="{EEA86A7A-3B82-4651-BC89-85C0A37EB49A}" destId="{5275DF86-7890-4791-A6A3-51867EA1E185}" srcOrd="0" destOrd="0" presId="urn:microsoft.com/office/officeart/2005/8/layout/chevron1"/>
    <dgm:cxn modelId="{C3A824A4-9B71-4EB2-B8E0-31038E701F0A}" type="presParOf" srcId="{D9706344-EF40-43BD-BEB1-061843D7F846}" destId="{5275DF86-7890-4791-A6A3-51867EA1E185}" srcOrd="0" destOrd="0" presId="urn:microsoft.com/office/officeart/2005/8/layout/chevron1"/>
    <dgm:cxn modelId="{F5E612E8-7177-4A58-B48F-A3C3EBE90A81}" type="presParOf" srcId="{D9706344-EF40-43BD-BEB1-061843D7F846}" destId="{B6C14375-83DA-4CA6-B224-A7672F891740}" srcOrd="1" destOrd="0" presId="urn:microsoft.com/office/officeart/2005/8/layout/chevron1"/>
    <dgm:cxn modelId="{4C2F7DCA-5B7C-4947-A376-6875801848D4}" type="presParOf" srcId="{D9706344-EF40-43BD-BEB1-061843D7F846}" destId="{3DE50841-718D-49F5-861C-85CB3CADE02C}" srcOrd="2" destOrd="0" presId="urn:microsoft.com/office/officeart/2005/8/layout/chevron1"/>
    <dgm:cxn modelId="{F9A4D01E-5172-4499-A88E-075C25A411C7}" type="presParOf" srcId="{D9706344-EF40-43BD-BEB1-061843D7F846}" destId="{D2C6CA97-B532-43E9-86F9-05DCD9D4B06A}" srcOrd="3" destOrd="0" presId="urn:microsoft.com/office/officeart/2005/8/layout/chevron1"/>
    <dgm:cxn modelId="{A26BB6E3-C324-4024-893C-ABC24190182B}" type="presParOf" srcId="{D9706344-EF40-43BD-BEB1-061843D7F846}" destId="{1BE76935-55ED-4DAD-95C8-5DEDD1E4A5F4}" srcOrd="4" destOrd="0" presId="urn:microsoft.com/office/officeart/2005/8/layout/chevron1"/>
    <dgm:cxn modelId="{4C39B53B-6A72-4EB6-8A7E-7037B7C32851}" type="presParOf" srcId="{D9706344-EF40-43BD-BEB1-061843D7F846}" destId="{ECA5635D-DC9F-4D0C-A32B-D9A2DBE3CC7A}" srcOrd="5" destOrd="0" presId="urn:microsoft.com/office/officeart/2005/8/layout/chevron1"/>
    <dgm:cxn modelId="{14BABFC5-D226-4C9D-8F0E-AD45720BCF08}" type="presParOf" srcId="{D9706344-EF40-43BD-BEB1-061843D7F846}" destId="{67FF543E-0A6F-492B-BBE5-6ED231D8B846}" srcOrd="6" destOrd="0" presId="urn:microsoft.com/office/officeart/2005/8/layout/chevron1"/>
    <dgm:cxn modelId="{CA1960B2-3D86-40A7-8C2C-FC9709E5192A}" type="presParOf" srcId="{D9706344-EF40-43BD-BEB1-061843D7F846}" destId="{81EFCE09-1B7A-4196-84B1-D1EA78449E70}" srcOrd="7" destOrd="0" presId="urn:microsoft.com/office/officeart/2005/8/layout/chevron1"/>
    <dgm:cxn modelId="{FB67C63A-3C92-473F-B575-68460CF5A278}" type="presParOf" srcId="{D9706344-EF40-43BD-BEB1-061843D7F846}" destId="{12F4A251-71C0-4397-B06B-511F71A7CC6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5F595A-0EC8-4640-9212-F1854A2652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EA86A7A-3B82-4651-BC89-85C0A37EB49A}">
      <dgm:prSet phldrT="[文字]" custT="1"/>
      <dgm:spPr/>
      <dgm:t>
        <a:bodyPr/>
        <a:lstStyle/>
        <a:p>
          <a:r>
            <a:rPr lang="zh-TW" altLang="en-US" sz="1200" dirty="0"/>
            <a:t>面積與周長比例檢驗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過濾平滑固體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247C7C43-79A3-472D-A9F2-8109C0CC5982}" type="par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641E7F33-41B5-48A9-961F-E29F60394341}" type="sib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554293D1-3FBC-43BC-881C-BE3CAA8BC515}">
      <dgm:prSet phldrT="[文字]" custT="1"/>
      <dgm:spPr/>
      <dgm:t>
        <a:bodyPr/>
        <a:lstStyle/>
        <a:p>
          <a:r>
            <a:rPr lang="zh-TW" altLang="en-US" sz="1200" dirty="0"/>
            <a:t>平均垂直速度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確保向上運動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20F1981-E689-4FF5-8937-73B8885DEA61}" type="par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DF6F1B68-CC7F-4079-B4F7-3BA2BCEBF8F7}" type="sib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930E979D-BE3A-46EB-B331-AD1011F9A2BD}">
      <dgm:prSet phldrT="[文字]" custT="1"/>
      <dgm:spPr/>
      <dgm:t>
        <a:bodyPr/>
        <a:lstStyle/>
        <a:p>
          <a:r>
            <a:rPr lang="zh-TW" altLang="en-US" sz="1200" dirty="0"/>
            <a:t>散度 </a:t>
          </a:r>
          <a:r>
            <a:rPr lang="en-US" altLang="en-US" sz="1200" dirty="0"/>
            <a:t>Divergence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確保向外擴張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E60071D0-029C-4E94-9D08-FE6EE9BA985E}" type="par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E6293BC0-07DE-4AC0-B7DB-A03C40B2F63C}" type="sib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D156D62E-883A-455A-88B5-3F21A81D0BA1}">
      <dgm:prSet phldrT="[文字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亂流 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Turbulence</a:t>
          </a:r>
        </a:p>
        <a:p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確保運動混亂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D36E5AE9-7AE0-46C0-A3AE-68C4850A549F}" type="par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2D656C5A-049B-4B94-8EB3-3C90C88FADED}" type="sib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862EDA7F-19E1-4832-B103-2A15DEE32780}">
      <dgm:prSet phldrT="[文字]" custT="1"/>
      <dgm:spPr/>
      <dgm:t>
        <a:bodyPr/>
        <a:lstStyle/>
        <a:p>
          <a:r>
            <a:rPr lang="zh-TW" altLang="en-US" sz="1200" dirty="0"/>
            <a:t>時域 </a:t>
          </a:r>
          <a:r>
            <a:rPr lang="en-US" altLang="en-US" sz="1200" dirty="0"/>
            <a:t>FFT </a:t>
          </a:r>
          <a:r>
            <a:rPr lang="zh-TW" altLang="en-US" sz="1200" dirty="0"/>
            <a:t>頻率分析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確保有 </a:t>
          </a:r>
          <a:r>
            <a:rPr lang="en-US" altLang="en-US" sz="1200" dirty="0"/>
            <a:t>7-12Hz </a:t>
          </a:r>
          <a:r>
            <a:rPr lang="zh-TW" altLang="en-US" sz="1200" dirty="0"/>
            <a:t>閃爍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7AD4F07-D7AE-4936-A718-EE6416AADC11}" type="par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3A7F7F12-96A5-4B2A-BAED-C29B13B84474}" type="sib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D9706344-EF40-43BD-BEB1-061843D7F846}" type="pres">
      <dgm:prSet presAssocID="{5D5F595A-0EC8-4640-9212-F1854A265259}" presName="Name0" presStyleCnt="0">
        <dgm:presLayoutVars>
          <dgm:dir/>
          <dgm:animLvl val="lvl"/>
          <dgm:resizeHandles val="exact"/>
        </dgm:presLayoutVars>
      </dgm:prSet>
      <dgm:spPr/>
    </dgm:pt>
    <dgm:pt modelId="{5275DF86-7890-4791-A6A3-51867EA1E185}" type="pres">
      <dgm:prSet presAssocID="{EEA86A7A-3B82-4651-BC89-85C0A37EB4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6C14375-83DA-4CA6-B224-A7672F891740}" type="pres">
      <dgm:prSet presAssocID="{641E7F33-41B5-48A9-961F-E29F60394341}" presName="parTxOnlySpace" presStyleCnt="0"/>
      <dgm:spPr/>
    </dgm:pt>
    <dgm:pt modelId="{3DE50841-718D-49F5-861C-85CB3CADE02C}" type="pres">
      <dgm:prSet presAssocID="{554293D1-3FBC-43BC-881C-BE3CAA8BC51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2C6CA97-B532-43E9-86F9-05DCD9D4B06A}" type="pres">
      <dgm:prSet presAssocID="{DF6F1B68-CC7F-4079-B4F7-3BA2BCEBF8F7}" presName="parTxOnlySpace" presStyleCnt="0"/>
      <dgm:spPr/>
    </dgm:pt>
    <dgm:pt modelId="{1BE76935-55ED-4DAD-95C8-5DEDD1E4A5F4}" type="pres">
      <dgm:prSet presAssocID="{930E979D-BE3A-46EB-B331-AD1011F9A2B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A5635D-DC9F-4D0C-A32B-D9A2DBE3CC7A}" type="pres">
      <dgm:prSet presAssocID="{E6293BC0-07DE-4AC0-B7DB-A03C40B2F63C}" presName="parTxOnlySpace" presStyleCnt="0"/>
      <dgm:spPr/>
    </dgm:pt>
    <dgm:pt modelId="{67FF543E-0A6F-492B-BBE5-6ED231D8B846}" type="pres">
      <dgm:prSet presAssocID="{D156D62E-883A-455A-88B5-3F21A81D0BA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EFCE09-1B7A-4196-84B1-D1EA78449E70}" type="pres">
      <dgm:prSet presAssocID="{2D656C5A-049B-4B94-8EB3-3C90C88FADED}" presName="parTxOnlySpace" presStyleCnt="0"/>
      <dgm:spPr/>
    </dgm:pt>
    <dgm:pt modelId="{12F4A251-71C0-4397-B06B-511F71A7CC67}" type="pres">
      <dgm:prSet presAssocID="{862EDA7F-19E1-4832-B103-2A15DEE3278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AF9D71E-67FB-4768-9E87-A6311A8D4751}" srcId="{5D5F595A-0EC8-4640-9212-F1854A265259}" destId="{D156D62E-883A-455A-88B5-3F21A81D0BA1}" srcOrd="3" destOrd="0" parTransId="{D36E5AE9-7AE0-46C0-A3AE-68C4850A549F}" sibTransId="{2D656C5A-049B-4B94-8EB3-3C90C88FADED}"/>
    <dgm:cxn modelId="{F767DA2F-821C-47DC-A13A-22F1AF33B2C6}" type="presOf" srcId="{862EDA7F-19E1-4832-B103-2A15DEE32780}" destId="{12F4A251-71C0-4397-B06B-511F71A7CC67}" srcOrd="0" destOrd="0" presId="urn:microsoft.com/office/officeart/2005/8/layout/chevron1"/>
    <dgm:cxn modelId="{3E849F36-D9F9-499C-82BE-67F30FD1CBF5}" type="presOf" srcId="{D156D62E-883A-455A-88B5-3F21A81D0BA1}" destId="{67FF543E-0A6F-492B-BBE5-6ED231D8B846}" srcOrd="0" destOrd="0" presId="urn:microsoft.com/office/officeart/2005/8/layout/chevron1"/>
    <dgm:cxn modelId="{3498D241-01C5-4E05-8C0D-0A4B7E8CB33C}" type="presOf" srcId="{554293D1-3FBC-43BC-881C-BE3CAA8BC515}" destId="{3DE50841-718D-49F5-861C-85CB3CADE02C}" srcOrd="0" destOrd="0" presId="urn:microsoft.com/office/officeart/2005/8/layout/chevron1"/>
    <dgm:cxn modelId="{2154EE45-C112-461C-A2D8-C156A52B1B6D}" type="presOf" srcId="{5D5F595A-0EC8-4640-9212-F1854A265259}" destId="{D9706344-EF40-43BD-BEB1-061843D7F846}" srcOrd="0" destOrd="0" presId="urn:microsoft.com/office/officeart/2005/8/layout/chevron1"/>
    <dgm:cxn modelId="{E55BA271-9E53-4456-8BC4-398201FBB48E}" type="presOf" srcId="{930E979D-BE3A-46EB-B331-AD1011F9A2BD}" destId="{1BE76935-55ED-4DAD-95C8-5DEDD1E4A5F4}" srcOrd="0" destOrd="0" presId="urn:microsoft.com/office/officeart/2005/8/layout/chevron1"/>
    <dgm:cxn modelId="{74D9FB54-012B-4111-B1BA-340BC676571D}" srcId="{5D5F595A-0EC8-4640-9212-F1854A265259}" destId="{554293D1-3FBC-43BC-881C-BE3CAA8BC515}" srcOrd="1" destOrd="0" parTransId="{A20F1981-E689-4FF5-8937-73B8885DEA61}" sibTransId="{DF6F1B68-CC7F-4079-B4F7-3BA2BCEBF8F7}"/>
    <dgm:cxn modelId="{5C24ECA2-AC14-41F9-B15E-6C03AFD13844}" srcId="{5D5F595A-0EC8-4640-9212-F1854A265259}" destId="{EEA86A7A-3B82-4651-BC89-85C0A37EB49A}" srcOrd="0" destOrd="0" parTransId="{247C7C43-79A3-472D-A9F2-8109C0CC5982}" sibTransId="{641E7F33-41B5-48A9-961F-E29F60394341}"/>
    <dgm:cxn modelId="{174BB3EB-97B2-41AA-845F-3F00A4E6BAE5}" srcId="{5D5F595A-0EC8-4640-9212-F1854A265259}" destId="{930E979D-BE3A-46EB-B331-AD1011F9A2BD}" srcOrd="2" destOrd="0" parTransId="{E60071D0-029C-4E94-9D08-FE6EE9BA985E}" sibTransId="{E6293BC0-07DE-4AC0-B7DB-A03C40B2F63C}"/>
    <dgm:cxn modelId="{6C5720F1-0480-4AE9-8C45-18A77E008B92}" srcId="{5D5F595A-0EC8-4640-9212-F1854A265259}" destId="{862EDA7F-19E1-4832-B103-2A15DEE32780}" srcOrd="4" destOrd="0" parTransId="{A7AD4F07-D7AE-4936-A718-EE6416AADC11}" sibTransId="{3A7F7F12-96A5-4B2A-BAED-C29B13B84474}"/>
    <dgm:cxn modelId="{ACB16EF7-E28D-4B5E-B6A2-954B8BD4872B}" type="presOf" srcId="{EEA86A7A-3B82-4651-BC89-85C0A37EB49A}" destId="{5275DF86-7890-4791-A6A3-51867EA1E185}" srcOrd="0" destOrd="0" presId="urn:microsoft.com/office/officeart/2005/8/layout/chevron1"/>
    <dgm:cxn modelId="{C3A824A4-9B71-4EB2-B8E0-31038E701F0A}" type="presParOf" srcId="{D9706344-EF40-43BD-BEB1-061843D7F846}" destId="{5275DF86-7890-4791-A6A3-51867EA1E185}" srcOrd="0" destOrd="0" presId="urn:microsoft.com/office/officeart/2005/8/layout/chevron1"/>
    <dgm:cxn modelId="{F5E612E8-7177-4A58-B48F-A3C3EBE90A81}" type="presParOf" srcId="{D9706344-EF40-43BD-BEB1-061843D7F846}" destId="{B6C14375-83DA-4CA6-B224-A7672F891740}" srcOrd="1" destOrd="0" presId="urn:microsoft.com/office/officeart/2005/8/layout/chevron1"/>
    <dgm:cxn modelId="{4C2F7DCA-5B7C-4947-A376-6875801848D4}" type="presParOf" srcId="{D9706344-EF40-43BD-BEB1-061843D7F846}" destId="{3DE50841-718D-49F5-861C-85CB3CADE02C}" srcOrd="2" destOrd="0" presId="urn:microsoft.com/office/officeart/2005/8/layout/chevron1"/>
    <dgm:cxn modelId="{F9A4D01E-5172-4499-A88E-075C25A411C7}" type="presParOf" srcId="{D9706344-EF40-43BD-BEB1-061843D7F846}" destId="{D2C6CA97-B532-43E9-86F9-05DCD9D4B06A}" srcOrd="3" destOrd="0" presId="urn:microsoft.com/office/officeart/2005/8/layout/chevron1"/>
    <dgm:cxn modelId="{A26BB6E3-C324-4024-893C-ABC24190182B}" type="presParOf" srcId="{D9706344-EF40-43BD-BEB1-061843D7F846}" destId="{1BE76935-55ED-4DAD-95C8-5DEDD1E4A5F4}" srcOrd="4" destOrd="0" presId="urn:microsoft.com/office/officeart/2005/8/layout/chevron1"/>
    <dgm:cxn modelId="{4C39B53B-6A72-4EB6-8A7E-7037B7C32851}" type="presParOf" srcId="{D9706344-EF40-43BD-BEB1-061843D7F846}" destId="{ECA5635D-DC9F-4D0C-A32B-D9A2DBE3CC7A}" srcOrd="5" destOrd="0" presId="urn:microsoft.com/office/officeart/2005/8/layout/chevron1"/>
    <dgm:cxn modelId="{14BABFC5-D226-4C9D-8F0E-AD45720BCF08}" type="presParOf" srcId="{D9706344-EF40-43BD-BEB1-061843D7F846}" destId="{67FF543E-0A6F-492B-BBE5-6ED231D8B846}" srcOrd="6" destOrd="0" presId="urn:microsoft.com/office/officeart/2005/8/layout/chevron1"/>
    <dgm:cxn modelId="{CA1960B2-3D86-40A7-8C2C-FC9709E5192A}" type="presParOf" srcId="{D9706344-EF40-43BD-BEB1-061843D7F846}" destId="{81EFCE09-1B7A-4196-84B1-D1EA78449E70}" srcOrd="7" destOrd="0" presId="urn:microsoft.com/office/officeart/2005/8/layout/chevron1"/>
    <dgm:cxn modelId="{FB67C63A-3C92-473F-B575-68460CF5A278}" type="presParOf" srcId="{D9706344-EF40-43BD-BEB1-061843D7F846}" destId="{12F4A251-71C0-4397-B06B-511F71A7CC6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5F595A-0EC8-4640-9212-F1854A26525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EA86A7A-3B82-4651-BC89-85C0A37EB49A}">
      <dgm:prSet phldrT="[文字]" custT="1"/>
      <dgm:spPr/>
      <dgm:t>
        <a:bodyPr/>
        <a:lstStyle/>
        <a:p>
          <a:r>
            <a:rPr lang="zh-TW" altLang="en-US" sz="1200" dirty="0"/>
            <a:t>面積與周長比例檢驗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過濾平滑固體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247C7C43-79A3-472D-A9F2-8109C0CC5982}" type="par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641E7F33-41B5-48A9-961F-E29F60394341}" type="sibTrans" cxnId="{5C24ECA2-AC14-41F9-B15E-6C03AFD13844}">
      <dgm:prSet/>
      <dgm:spPr/>
      <dgm:t>
        <a:bodyPr/>
        <a:lstStyle/>
        <a:p>
          <a:endParaRPr lang="zh-TW" altLang="en-US" sz="1200"/>
        </a:p>
      </dgm:t>
    </dgm:pt>
    <dgm:pt modelId="{554293D1-3FBC-43BC-881C-BE3CAA8BC515}">
      <dgm:prSet phldrT="[文字]" custT="1"/>
      <dgm:spPr/>
      <dgm:t>
        <a:bodyPr/>
        <a:lstStyle/>
        <a:p>
          <a:r>
            <a:rPr lang="zh-TW" altLang="en-US" sz="1200" dirty="0"/>
            <a:t>平均垂直速度</a:t>
          </a:r>
          <a:endParaRPr lang="en-US" altLang="zh-TW" sz="1200" dirty="0"/>
        </a:p>
        <a:p>
          <a:r>
            <a:rPr lang="en-US" altLang="en-US" sz="1200" dirty="0"/>
            <a:t>(</a:t>
          </a:r>
          <a:r>
            <a:rPr lang="zh-TW" altLang="en-US" sz="1200" dirty="0"/>
            <a:t>確保向上運動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A20F1981-E689-4FF5-8937-73B8885DEA61}" type="par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DF6F1B68-CC7F-4079-B4F7-3BA2BCEBF8F7}" type="sibTrans" cxnId="{74D9FB54-012B-4111-B1BA-340BC676571D}">
      <dgm:prSet/>
      <dgm:spPr/>
      <dgm:t>
        <a:bodyPr/>
        <a:lstStyle/>
        <a:p>
          <a:endParaRPr lang="zh-TW" altLang="en-US" sz="1200"/>
        </a:p>
      </dgm:t>
    </dgm:pt>
    <dgm:pt modelId="{930E979D-BE3A-46EB-B331-AD1011F9A2BD}">
      <dgm:prSet phldrT="[文字]" custT="1"/>
      <dgm:spPr/>
      <dgm:t>
        <a:bodyPr/>
        <a:lstStyle/>
        <a:p>
          <a:r>
            <a:rPr lang="zh-TW" altLang="en-US" sz="1200" dirty="0"/>
            <a:t>散度 </a:t>
          </a:r>
          <a:r>
            <a:rPr lang="en-US" altLang="en-US" sz="1200" dirty="0"/>
            <a:t>Divergence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確保向外擴張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E60071D0-029C-4E94-9D08-FE6EE9BA985E}" type="par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E6293BC0-07DE-4AC0-B7DB-A03C40B2F63C}" type="sibTrans" cxnId="{174BB3EB-97B2-41AA-845F-3F00A4E6BAE5}">
      <dgm:prSet/>
      <dgm:spPr/>
      <dgm:t>
        <a:bodyPr/>
        <a:lstStyle/>
        <a:p>
          <a:endParaRPr lang="zh-TW" altLang="en-US" sz="1200"/>
        </a:p>
      </dgm:t>
    </dgm:pt>
    <dgm:pt modelId="{D156D62E-883A-455A-88B5-3F21A81D0BA1}">
      <dgm:prSet phldrT="[文字]" custT="1"/>
      <dgm:spPr/>
      <dgm:t>
        <a:bodyPr/>
        <a:lstStyle/>
        <a:p>
          <a:r>
            <a:rPr lang="zh-TW" altLang="en-US" sz="1200" dirty="0"/>
            <a:t>亂流 </a:t>
          </a:r>
          <a:r>
            <a:rPr lang="en-US" altLang="en-US" sz="1200" dirty="0"/>
            <a:t>Turbulence</a:t>
          </a:r>
        </a:p>
        <a:p>
          <a:r>
            <a:rPr lang="en-US" altLang="en-US" sz="1200" dirty="0"/>
            <a:t>(</a:t>
          </a:r>
          <a:r>
            <a:rPr lang="zh-TW" altLang="en-US" sz="1200" dirty="0"/>
            <a:t>確保運動混亂</a:t>
          </a:r>
          <a:r>
            <a:rPr lang="en-US" altLang="en-US" sz="1200" dirty="0"/>
            <a:t>)</a:t>
          </a:r>
          <a:endParaRPr lang="zh-TW" altLang="en-US" sz="1200" dirty="0"/>
        </a:p>
      </dgm:t>
    </dgm:pt>
    <dgm:pt modelId="{D36E5AE9-7AE0-46C0-A3AE-68C4850A549F}" type="par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2D656C5A-049B-4B94-8EB3-3C90C88FADED}" type="sibTrans" cxnId="{BAF9D71E-67FB-4768-9E87-A6311A8D4751}">
      <dgm:prSet/>
      <dgm:spPr/>
      <dgm:t>
        <a:bodyPr/>
        <a:lstStyle/>
        <a:p>
          <a:endParaRPr lang="zh-TW" altLang="en-US" sz="1200"/>
        </a:p>
      </dgm:t>
    </dgm:pt>
    <dgm:pt modelId="{862EDA7F-19E1-4832-B103-2A15DEE32780}">
      <dgm:prSet phldrT="[文字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時域 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FFT 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頻率分析</a:t>
          </a:r>
          <a:endParaRPr lang="en-US" altLang="zh-TW" sz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確保有 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7-12Hz </a:t>
          </a:r>
          <a:r>
            <a:rPr lang="zh-TW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閃爍</a:t>
          </a:r>
          <a:r>
            <a:rPr lang="en-US" altLang="en-US" sz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A7AD4F07-D7AE-4936-A718-EE6416AADC11}" type="par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3A7F7F12-96A5-4B2A-BAED-C29B13B84474}" type="sibTrans" cxnId="{6C5720F1-0480-4AE9-8C45-18A77E008B92}">
      <dgm:prSet/>
      <dgm:spPr/>
      <dgm:t>
        <a:bodyPr/>
        <a:lstStyle/>
        <a:p>
          <a:endParaRPr lang="zh-TW" altLang="en-US" sz="1200"/>
        </a:p>
      </dgm:t>
    </dgm:pt>
    <dgm:pt modelId="{D9706344-EF40-43BD-BEB1-061843D7F846}" type="pres">
      <dgm:prSet presAssocID="{5D5F595A-0EC8-4640-9212-F1854A265259}" presName="Name0" presStyleCnt="0">
        <dgm:presLayoutVars>
          <dgm:dir/>
          <dgm:animLvl val="lvl"/>
          <dgm:resizeHandles val="exact"/>
        </dgm:presLayoutVars>
      </dgm:prSet>
      <dgm:spPr/>
    </dgm:pt>
    <dgm:pt modelId="{5275DF86-7890-4791-A6A3-51867EA1E185}" type="pres">
      <dgm:prSet presAssocID="{EEA86A7A-3B82-4651-BC89-85C0A37EB49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6C14375-83DA-4CA6-B224-A7672F891740}" type="pres">
      <dgm:prSet presAssocID="{641E7F33-41B5-48A9-961F-E29F60394341}" presName="parTxOnlySpace" presStyleCnt="0"/>
      <dgm:spPr/>
    </dgm:pt>
    <dgm:pt modelId="{3DE50841-718D-49F5-861C-85CB3CADE02C}" type="pres">
      <dgm:prSet presAssocID="{554293D1-3FBC-43BC-881C-BE3CAA8BC51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2C6CA97-B532-43E9-86F9-05DCD9D4B06A}" type="pres">
      <dgm:prSet presAssocID="{DF6F1B68-CC7F-4079-B4F7-3BA2BCEBF8F7}" presName="parTxOnlySpace" presStyleCnt="0"/>
      <dgm:spPr/>
    </dgm:pt>
    <dgm:pt modelId="{1BE76935-55ED-4DAD-95C8-5DEDD1E4A5F4}" type="pres">
      <dgm:prSet presAssocID="{930E979D-BE3A-46EB-B331-AD1011F9A2BD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CA5635D-DC9F-4D0C-A32B-D9A2DBE3CC7A}" type="pres">
      <dgm:prSet presAssocID="{E6293BC0-07DE-4AC0-B7DB-A03C40B2F63C}" presName="parTxOnlySpace" presStyleCnt="0"/>
      <dgm:spPr/>
    </dgm:pt>
    <dgm:pt modelId="{67FF543E-0A6F-492B-BBE5-6ED231D8B846}" type="pres">
      <dgm:prSet presAssocID="{D156D62E-883A-455A-88B5-3F21A81D0BA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1EFCE09-1B7A-4196-84B1-D1EA78449E70}" type="pres">
      <dgm:prSet presAssocID="{2D656C5A-049B-4B94-8EB3-3C90C88FADED}" presName="parTxOnlySpace" presStyleCnt="0"/>
      <dgm:spPr/>
    </dgm:pt>
    <dgm:pt modelId="{12F4A251-71C0-4397-B06B-511F71A7CC67}" type="pres">
      <dgm:prSet presAssocID="{862EDA7F-19E1-4832-B103-2A15DEE3278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AF9D71E-67FB-4768-9E87-A6311A8D4751}" srcId="{5D5F595A-0EC8-4640-9212-F1854A265259}" destId="{D156D62E-883A-455A-88B5-3F21A81D0BA1}" srcOrd="3" destOrd="0" parTransId="{D36E5AE9-7AE0-46C0-A3AE-68C4850A549F}" sibTransId="{2D656C5A-049B-4B94-8EB3-3C90C88FADED}"/>
    <dgm:cxn modelId="{F767DA2F-821C-47DC-A13A-22F1AF33B2C6}" type="presOf" srcId="{862EDA7F-19E1-4832-B103-2A15DEE32780}" destId="{12F4A251-71C0-4397-B06B-511F71A7CC67}" srcOrd="0" destOrd="0" presId="urn:microsoft.com/office/officeart/2005/8/layout/chevron1"/>
    <dgm:cxn modelId="{3E849F36-D9F9-499C-82BE-67F30FD1CBF5}" type="presOf" srcId="{D156D62E-883A-455A-88B5-3F21A81D0BA1}" destId="{67FF543E-0A6F-492B-BBE5-6ED231D8B846}" srcOrd="0" destOrd="0" presId="urn:microsoft.com/office/officeart/2005/8/layout/chevron1"/>
    <dgm:cxn modelId="{3498D241-01C5-4E05-8C0D-0A4B7E8CB33C}" type="presOf" srcId="{554293D1-3FBC-43BC-881C-BE3CAA8BC515}" destId="{3DE50841-718D-49F5-861C-85CB3CADE02C}" srcOrd="0" destOrd="0" presId="urn:microsoft.com/office/officeart/2005/8/layout/chevron1"/>
    <dgm:cxn modelId="{2154EE45-C112-461C-A2D8-C156A52B1B6D}" type="presOf" srcId="{5D5F595A-0EC8-4640-9212-F1854A265259}" destId="{D9706344-EF40-43BD-BEB1-061843D7F846}" srcOrd="0" destOrd="0" presId="urn:microsoft.com/office/officeart/2005/8/layout/chevron1"/>
    <dgm:cxn modelId="{E55BA271-9E53-4456-8BC4-398201FBB48E}" type="presOf" srcId="{930E979D-BE3A-46EB-B331-AD1011F9A2BD}" destId="{1BE76935-55ED-4DAD-95C8-5DEDD1E4A5F4}" srcOrd="0" destOrd="0" presId="urn:microsoft.com/office/officeart/2005/8/layout/chevron1"/>
    <dgm:cxn modelId="{74D9FB54-012B-4111-B1BA-340BC676571D}" srcId="{5D5F595A-0EC8-4640-9212-F1854A265259}" destId="{554293D1-3FBC-43BC-881C-BE3CAA8BC515}" srcOrd="1" destOrd="0" parTransId="{A20F1981-E689-4FF5-8937-73B8885DEA61}" sibTransId="{DF6F1B68-CC7F-4079-B4F7-3BA2BCEBF8F7}"/>
    <dgm:cxn modelId="{5C24ECA2-AC14-41F9-B15E-6C03AFD13844}" srcId="{5D5F595A-0EC8-4640-9212-F1854A265259}" destId="{EEA86A7A-3B82-4651-BC89-85C0A37EB49A}" srcOrd="0" destOrd="0" parTransId="{247C7C43-79A3-472D-A9F2-8109C0CC5982}" sibTransId="{641E7F33-41B5-48A9-961F-E29F60394341}"/>
    <dgm:cxn modelId="{174BB3EB-97B2-41AA-845F-3F00A4E6BAE5}" srcId="{5D5F595A-0EC8-4640-9212-F1854A265259}" destId="{930E979D-BE3A-46EB-B331-AD1011F9A2BD}" srcOrd="2" destOrd="0" parTransId="{E60071D0-029C-4E94-9D08-FE6EE9BA985E}" sibTransId="{E6293BC0-07DE-4AC0-B7DB-A03C40B2F63C}"/>
    <dgm:cxn modelId="{6C5720F1-0480-4AE9-8C45-18A77E008B92}" srcId="{5D5F595A-0EC8-4640-9212-F1854A265259}" destId="{862EDA7F-19E1-4832-B103-2A15DEE32780}" srcOrd="4" destOrd="0" parTransId="{A7AD4F07-D7AE-4936-A718-EE6416AADC11}" sibTransId="{3A7F7F12-96A5-4B2A-BAED-C29B13B84474}"/>
    <dgm:cxn modelId="{ACB16EF7-E28D-4B5E-B6A2-954B8BD4872B}" type="presOf" srcId="{EEA86A7A-3B82-4651-BC89-85C0A37EB49A}" destId="{5275DF86-7890-4791-A6A3-51867EA1E185}" srcOrd="0" destOrd="0" presId="urn:microsoft.com/office/officeart/2005/8/layout/chevron1"/>
    <dgm:cxn modelId="{C3A824A4-9B71-4EB2-B8E0-31038E701F0A}" type="presParOf" srcId="{D9706344-EF40-43BD-BEB1-061843D7F846}" destId="{5275DF86-7890-4791-A6A3-51867EA1E185}" srcOrd="0" destOrd="0" presId="urn:microsoft.com/office/officeart/2005/8/layout/chevron1"/>
    <dgm:cxn modelId="{F5E612E8-7177-4A58-B48F-A3C3EBE90A81}" type="presParOf" srcId="{D9706344-EF40-43BD-BEB1-061843D7F846}" destId="{B6C14375-83DA-4CA6-B224-A7672F891740}" srcOrd="1" destOrd="0" presId="urn:microsoft.com/office/officeart/2005/8/layout/chevron1"/>
    <dgm:cxn modelId="{4C2F7DCA-5B7C-4947-A376-6875801848D4}" type="presParOf" srcId="{D9706344-EF40-43BD-BEB1-061843D7F846}" destId="{3DE50841-718D-49F5-861C-85CB3CADE02C}" srcOrd="2" destOrd="0" presId="urn:microsoft.com/office/officeart/2005/8/layout/chevron1"/>
    <dgm:cxn modelId="{F9A4D01E-5172-4499-A88E-075C25A411C7}" type="presParOf" srcId="{D9706344-EF40-43BD-BEB1-061843D7F846}" destId="{D2C6CA97-B532-43E9-86F9-05DCD9D4B06A}" srcOrd="3" destOrd="0" presId="urn:microsoft.com/office/officeart/2005/8/layout/chevron1"/>
    <dgm:cxn modelId="{A26BB6E3-C324-4024-893C-ABC24190182B}" type="presParOf" srcId="{D9706344-EF40-43BD-BEB1-061843D7F846}" destId="{1BE76935-55ED-4DAD-95C8-5DEDD1E4A5F4}" srcOrd="4" destOrd="0" presId="urn:microsoft.com/office/officeart/2005/8/layout/chevron1"/>
    <dgm:cxn modelId="{4C39B53B-6A72-4EB6-8A7E-7037B7C32851}" type="presParOf" srcId="{D9706344-EF40-43BD-BEB1-061843D7F846}" destId="{ECA5635D-DC9F-4D0C-A32B-D9A2DBE3CC7A}" srcOrd="5" destOrd="0" presId="urn:microsoft.com/office/officeart/2005/8/layout/chevron1"/>
    <dgm:cxn modelId="{14BABFC5-D226-4C9D-8F0E-AD45720BCF08}" type="presParOf" srcId="{D9706344-EF40-43BD-BEB1-061843D7F846}" destId="{67FF543E-0A6F-492B-BBE5-6ED231D8B846}" srcOrd="6" destOrd="0" presId="urn:microsoft.com/office/officeart/2005/8/layout/chevron1"/>
    <dgm:cxn modelId="{CA1960B2-3D86-40A7-8C2C-FC9709E5192A}" type="presParOf" srcId="{D9706344-EF40-43BD-BEB1-061843D7F846}" destId="{81EFCE09-1B7A-4196-84B1-D1EA78449E70}" srcOrd="7" destOrd="0" presId="urn:microsoft.com/office/officeart/2005/8/layout/chevron1"/>
    <dgm:cxn modelId="{FB67C63A-3C92-473F-B575-68460CF5A278}" type="presParOf" srcId="{D9706344-EF40-43BD-BEB1-061843D7F846}" destId="{12F4A251-71C0-4397-B06B-511F71A7CC6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DF86-7890-4791-A6A3-51867EA1E185}">
      <dsp:nvSpPr>
        <dsp:cNvPr id="0" name=""/>
        <dsp:cNvSpPr/>
      </dsp:nvSpPr>
      <dsp:spPr>
        <a:xfrm>
          <a:off x="2940" y="583918"/>
          <a:ext cx="2617140" cy="1046856"/>
        </a:xfrm>
        <a:prstGeom prst="chevron">
          <a:avLst/>
        </a:prstGeom>
        <a:solidFill>
          <a:schemeClr val="bg2">
            <a:lumMod val="5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面積與周長比例檢驗</a:t>
          </a:r>
          <a:endParaRPr lang="en-US" altLang="zh-TW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過濾平滑固體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526368" y="583918"/>
        <a:ext cx="1570284" cy="1046856"/>
      </dsp:txXfrm>
    </dsp:sp>
    <dsp:sp modelId="{3DE50841-718D-49F5-861C-85CB3CADE02C}">
      <dsp:nvSpPr>
        <dsp:cNvPr id="0" name=""/>
        <dsp:cNvSpPr/>
      </dsp:nvSpPr>
      <dsp:spPr>
        <a:xfrm>
          <a:off x="2358367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平均垂直速度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確保向上運動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2881795" y="583918"/>
        <a:ext cx="1570284" cy="1046856"/>
      </dsp:txXfrm>
    </dsp:sp>
    <dsp:sp modelId="{1BE76935-55ED-4DAD-95C8-5DEDD1E4A5F4}">
      <dsp:nvSpPr>
        <dsp:cNvPr id="0" name=""/>
        <dsp:cNvSpPr/>
      </dsp:nvSpPr>
      <dsp:spPr>
        <a:xfrm>
          <a:off x="4713793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散度 </a:t>
          </a:r>
          <a:r>
            <a:rPr lang="en-US" altLang="en-US" sz="1200" kern="1200" dirty="0"/>
            <a:t>Divergence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確保向外擴張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37221" y="583918"/>
        <a:ext cx="1570284" cy="1046856"/>
      </dsp:txXfrm>
    </dsp:sp>
    <dsp:sp modelId="{67FF543E-0A6F-492B-BBE5-6ED231D8B846}">
      <dsp:nvSpPr>
        <dsp:cNvPr id="0" name=""/>
        <dsp:cNvSpPr/>
      </dsp:nvSpPr>
      <dsp:spPr>
        <a:xfrm>
          <a:off x="706922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亂流 </a:t>
          </a:r>
          <a:r>
            <a:rPr lang="en-US" altLang="en-US" sz="1200" kern="1200" dirty="0"/>
            <a:t>Turbulence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確保運動混亂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7592648" y="583918"/>
        <a:ext cx="1570284" cy="1046856"/>
      </dsp:txXfrm>
    </dsp:sp>
    <dsp:sp modelId="{12F4A251-71C0-4397-B06B-511F71A7CC67}">
      <dsp:nvSpPr>
        <dsp:cNvPr id="0" name=""/>
        <dsp:cNvSpPr/>
      </dsp:nvSpPr>
      <dsp:spPr>
        <a:xfrm>
          <a:off x="9424646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時域 </a:t>
          </a:r>
          <a:r>
            <a:rPr lang="en-US" altLang="en-US" sz="1200" kern="1200" dirty="0"/>
            <a:t>FFT </a:t>
          </a:r>
          <a:r>
            <a:rPr lang="zh-TW" altLang="en-US" sz="1200" kern="1200" dirty="0"/>
            <a:t>頻率分析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確保有 </a:t>
          </a:r>
          <a:r>
            <a:rPr lang="en-US" altLang="en-US" sz="1200" kern="1200" dirty="0"/>
            <a:t>7-12Hz </a:t>
          </a:r>
          <a:r>
            <a:rPr lang="zh-TW" altLang="en-US" sz="1200" kern="1200" dirty="0"/>
            <a:t>閃爍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9948074" y="583918"/>
        <a:ext cx="1570284" cy="10468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DF86-7890-4791-A6A3-51867EA1E185}">
      <dsp:nvSpPr>
        <dsp:cNvPr id="0" name=""/>
        <dsp:cNvSpPr/>
      </dsp:nvSpPr>
      <dsp:spPr>
        <a:xfrm>
          <a:off x="294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面積與周長比例檢驗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過濾平滑固體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6368" y="583918"/>
        <a:ext cx="1570284" cy="1046856"/>
      </dsp:txXfrm>
    </dsp:sp>
    <dsp:sp modelId="{3DE50841-718D-49F5-861C-85CB3CADE02C}">
      <dsp:nvSpPr>
        <dsp:cNvPr id="0" name=""/>
        <dsp:cNvSpPr/>
      </dsp:nvSpPr>
      <dsp:spPr>
        <a:xfrm>
          <a:off x="2358367" y="583918"/>
          <a:ext cx="2617140" cy="1046856"/>
        </a:xfrm>
        <a:prstGeom prst="chevron">
          <a:avLst/>
        </a:prstGeom>
        <a:solidFill>
          <a:schemeClr val="bg2">
            <a:lumMod val="5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平均垂直速度</a:t>
          </a:r>
          <a:endParaRPr lang="en-US" altLang="zh-TW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確保向上運動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2881795" y="583918"/>
        <a:ext cx="1570284" cy="1046856"/>
      </dsp:txXfrm>
    </dsp:sp>
    <dsp:sp modelId="{1BE76935-55ED-4DAD-95C8-5DEDD1E4A5F4}">
      <dsp:nvSpPr>
        <dsp:cNvPr id="0" name=""/>
        <dsp:cNvSpPr/>
      </dsp:nvSpPr>
      <dsp:spPr>
        <a:xfrm>
          <a:off x="4713793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散度 </a:t>
          </a:r>
          <a:r>
            <a:rPr lang="en-US" altLang="en-US" sz="1200" kern="1200" dirty="0"/>
            <a:t>Divergence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確保向外擴張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37221" y="583918"/>
        <a:ext cx="1570284" cy="1046856"/>
      </dsp:txXfrm>
    </dsp:sp>
    <dsp:sp modelId="{67FF543E-0A6F-492B-BBE5-6ED231D8B846}">
      <dsp:nvSpPr>
        <dsp:cNvPr id="0" name=""/>
        <dsp:cNvSpPr/>
      </dsp:nvSpPr>
      <dsp:spPr>
        <a:xfrm>
          <a:off x="706922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亂流 </a:t>
          </a:r>
          <a:r>
            <a:rPr lang="en-US" altLang="en-US" sz="1200" kern="1200" dirty="0"/>
            <a:t>Turbulence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確保運動混亂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7592648" y="583918"/>
        <a:ext cx="1570284" cy="1046856"/>
      </dsp:txXfrm>
    </dsp:sp>
    <dsp:sp modelId="{12F4A251-71C0-4397-B06B-511F71A7CC67}">
      <dsp:nvSpPr>
        <dsp:cNvPr id="0" name=""/>
        <dsp:cNvSpPr/>
      </dsp:nvSpPr>
      <dsp:spPr>
        <a:xfrm>
          <a:off x="9424646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時域 </a:t>
          </a:r>
          <a:r>
            <a:rPr lang="en-US" altLang="en-US" sz="1200" kern="1200" dirty="0"/>
            <a:t>FFT </a:t>
          </a:r>
          <a:r>
            <a:rPr lang="zh-TW" altLang="en-US" sz="1200" kern="1200" dirty="0"/>
            <a:t>頻率分析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確保有 </a:t>
          </a:r>
          <a:r>
            <a:rPr lang="en-US" altLang="en-US" sz="1200" kern="1200" dirty="0"/>
            <a:t>7-12Hz </a:t>
          </a:r>
          <a:r>
            <a:rPr lang="zh-TW" altLang="en-US" sz="1200" kern="1200" dirty="0"/>
            <a:t>閃爍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9948074" y="583918"/>
        <a:ext cx="1570284" cy="10468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DF86-7890-4791-A6A3-51867EA1E185}">
      <dsp:nvSpPr>
        <dsp:cNvPr id="0" name=""/>
        <dsp:cNvSpPr/>
      </dsp:nvSpPr>
      <dsp:spPr>
        <a:xfrm>
          <a:off x="294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面積與周長比例檢驗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過濾平滑固體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6368" y="583918"/>
        <a:ext cx="1570284" cy="1046856"/>
      </dsp:txXfrm>
    </dsp:sp>
    <dsp:sp modelId="{3DE50841-718D-49F5-861C-85CB3CADE02C}">
      <dsp:nvSpPr>
        <dsp:cNvPr id="0" name=""/>
        <dsp:cNvSpPr/>
      </dsp:nvSpPr>
      <dsp:spPr>
        <a:xfrm>
          <a:off x="2358367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平均垂直速度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確保向上運動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2881795" y="583918"/>
        <a:ext cx="1570284" cy="1046856"/>
      </dsp:txXfrm>
    </dsp:sp>
    <dsp:sp modelId="{1BE76935-55ED-4DAD-95C8-5DEDD1E4A5F4}">
      <dsp:nvSpPr>
        <dsp:cNvPr id="0" name=""/>
        <dsp:cNvSpPr/>
      </dsp:nvSpPr>
      <dsp:spPr>
        <a:xfrm>
          <a:off x="4713793" y="583918"/>
          <a:ext cx="2617140" cy="1046856"/>
        </a:xfrm>
        <a:prstGeom prst="chevron">
          <a:avLst/>
        </a:prstGeom>
        <a:solidFill>
          <a:schemeClr val="bg2">
            <a:lumMod val="5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散度 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Divergence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確保向外擴張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5237221" y="583918"/>
        <a:ext cx="1570284" cy="1046856"/>
      </dsp:txXfrm>
    </dsp:sp>
    <dsp:sp modelId="{67FF543E-0A6F-492B-BBE5-6ED231D8B846}">
      <dsp:nvSpPr>
        <dsp:cNvPr id="0" name=""/>
        <dsp:cNvSpPr/>
      </dsp:nvSpPr>
      <dsp:spPr>
        <a:xfrm>
          <a:off x="706922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亂流 </a:t>
          </a:r>
          <a:r>
            <a:rPr lang="en-US" altLang="en-US" sz="1200" kern="1200" dirty="0"/>
            <a:t>Turbulence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確保運動混亂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7592648" y="583918"/>
        <a:ext cx="1570284" cy="1046856"/>
      </dsp:txXfrm>
    </dsp:sp>
    <dsp:sp modelId="{12F4A251-71C0-4397-B06B-511F71A7CC67}">
      <dsp:nvSpPr>
        <dsp:cNvPr id="0" name=""/>
        <dsp:cNvSpPr/>
      </dsp:nvSpPr>
      <dsp:spPr>
        <a:xfrm>
          <a:off x="9424646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時域 </a:t>
          </a:r>
          <a:r>
            <a:rPr lang="en-US" altLang="en-US" sz="1200" kern="1200" dirty="0"/>
            <a:t>FFT </a:t>
          </a:r>
          <a:r>
            <a:rPr lang="zh-TW" altLang="en-US" sz="1200" kern="1200" dirty="0"/>
            <a:t>頻率分析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確保有 </a:t>
          </a:r>
          <a:r>
            <a:rPr lang="en-US" altLang="en-US" sz="1200" kern="1200" dirty="0"/>
            <a:t>7-12Hz </a:t>
          </a:r>
          <a:r>
            <a:rPr lang="zh-TW" altLang="en-US" sz="1200" kern="1200" dirty="0"/>
            <a:t>閃爍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9948074" y="583918"/>
        <a:ext cx="1570284" cy="10468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DF86-7890-4791-A6A3-51867EA1E185}">
      <dsp:nvSpPr>
        <dsp:cNvPr id="0" name=""/>
        <dsp:cNvSpPr/>
      </dsp:nvSpPr>
      <dsp:spPr>
        <a:xfrm>
          <a:off x="294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面積與周長比例檢驗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過濾平滑固體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6368" y="583918"/>
        <a:ext cx="1570284" cy="1046856"/>
      </dsp:txXfrm>
    </dsp:sp>
    <dsp:sp modelId="{3DE50841-718D-49F5-861C-85CB3CADE02C}">
      <dsp:nvSpPr>
        <dsp:cNvPr id="0" name=""/>
        <dsp:cNvSpPr/>
      </dsp:nvSpPr>
      <dsp:spPr>
        <a:xfrm>
          <a:off x="2358367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平均垂直速度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確保向上運動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2881795" y="583918"/>
        <a:ext cx="1570284" cy="1046856"/>
      </dsp:txXfrm>
    </dsp:sp>
    <dsp:sp modelId="{1BE76935-55ED-4DAD-95C8-5DEDD1E4A5F4}">
      <dsp:nvSpPr>
        <dsp:cNvPr id="0" name=""/>
        <dsp:cNvSpPr/>
      </dsp:nvSpPr>
      <dsp:spPr>
        <a:xfrm>
          <a:off x="4713793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散度 </a:t>
          </a:r>
          <a:r>
            <a:rPr lang="en-US" altLang="en-US" sz="1200" kern="1200" dirty="0"/>
            <a:t>Divergence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確保向外擴張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37221" y="583918"/>
        <a:ext cx="1570284" cy="1046856"/>
      </dsp:txXfrm>
    </dsp:sp>
    <dsp:sp modelId="{67FF543E-0A6F-492B-BBE5-6ED231D8B846}">
      <dsp:nvSpPr>
        <dsp:cNvPr id="0" name=""/>
        <dsp:cNvSpPr/>
      </dsp:nvSpPr>
      <dsp:spPr>
        <a:xfrm>
          <a:off x="7069220" y="583918"/>
          <a:ext cx="2617140" cy="1046856"/>
        </a:xfrm>
        <a:prstGeom prst="chevron">
          <a:avLst/>
        </a:prstGeom>
        <a:solidFill>
          <a:schemeClr val="bg2">
            <a:lumMod val="5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亂流 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Turbulence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確保運動混亂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7592648" y="583918"/>
        <a:ext cx="1570284" cy="1046856"/>
      </dsp:txXfrm>
    </dsp:sp>
    <dsp:sp modelId="{12F4A251-71C0-4397-B06B-511F71A7CC67}">
      <dsp:nvSpPr>
        <dsp:cNvPr id="0" name=""/>
        <dsp:cNvSpPr/>
      </dsp:nvSpPr>
      <dsp:spPr>
        <a:xfrm>
          <a:off x="9424646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時域 </a:t>
          </a:r>
          <a:r>
            <a:rPr lang="en-US" altLang="en-US" sz="1200" kern="1200" dirty="0"/>
            <a:t>FFT </a:t>
          </a:r>
          <a:r>
            <a:rPr lang="zh-TW" altLang="en-US" sz="1200" kern="1200" dirty="0"/>
            <a:t>頻率分析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確保有 </a:t>
          </a:r>
          <a:r>
            <a:rPr lang="en-US" altLang="en-US" sz="1200" kern="1200" dirty="0"/>
            <a:t>7-12Hz </a:t>
          </a:r>
          <a:r>
            <a:rPr lang="zh-TW" altLang="en-US" sz="1200" kern="1200" dirty="0"/>
            <a:t>閃爍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9948074" y="583918"/>
        <a:ext cx="1570284" cy="10468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DF86-7890-4791-A6A3-51867EA1E185}">
      <dsp:nvSpPr>
        <dsp:cNvPr id="0" name=""/>
        <dsp:cNvSpPr/>
      </dsp:nvSpPr>
      <dsp:spPr>
        <a:xfrm>
          <a:off x="294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面積與周長比例檢驗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過濾平滑固體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6368" y="583918"/>
        <a:ext cx="1570284" cy="1046856"/>
      </dsp:txXfrm>
    </dsp:sp>
    <dsp:sp modelId="{3DE50841-718D-49F5-861C-85CB3CADE02C}">
      <dsp:nvSpPr>
        <dsp:cNvPr id="0" name=""/>
        <dsp:cNvSpPr/>
      </dsp:nvSpPr>
      <dsp:spPr>
        <a:xfrm>
          <a:off x="2358367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平均垂直速度</a:t>
          </a:r>
          <a:endParaRPr lang="en-US" altLang="zh-TW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確保向上運動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2881795" y="583918"/>
        <a:ext cx="1570284" cy="1046856"/>
      </dsp:txXfrm>
    </dsp:sp>
    <dsp:sp modelId="{1BE76935-55ED-4DAD-95C8-5DEDD1E4A5F4}">
      <dsp:nvSpPr>
        <dsp:cNvPr id="0" name=""/>
        <dsp:cNvSpPr/>
      </dsp:nvSpPr>
      <dsp:spPr>
        <a:xfrm>
          <a:off x="4713793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散度 </a:t>
          </a:r>
          <a:r>
            <a:rPr lang="en-US" altLang="en-US" sz="1200" kern="1200" dirty="0"/>
            <a:t>Divergence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確保向外擴張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5237221" y="583918"/>
        <a:ext cx="1570284" cy="1046856"/>
      </dsp:txXfrm>
    </dsp:sp>
    <dsp:sp modelId="{67FF543E-0A6F-492B-BBE5-6ED231D8B846}">
      <dsp:nvSpPr>
        <dsp:cNvPr id="0" name=""/>
        <dsp:cNvSpPr/>
      </dsp:nvSpPr>
      <dsp:spPr>
        <a:xfrm>
          <a:off x="7069220" y="583918"/>
          <a:ext cx="2617140" cy="1046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/>
            <a:t>亂流 </a:t>
          </a:r>
          <a:r>
            <a:rPr lang="en-US" altLang="en-US" sz="1200" kern="1200" dirty="0"/>
            <a:t>Turbulence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/>
            <a:t>(</a:t>
          </a:r>
          <a:r>
            <a:rPr lang="zh-TW" altLang="en-US" sz="1200" kern="1200" dirty="0"/>
            <a:t>確保運動混亂</a:t>
          </a:r>
          <a:r>
            <a:rPr lang="en-US" altLang="en-US" sz="1200" kern="1200" dirty="0"/>
            <a:t>)</a:t>
          </a:r>
          <a:endParaRPr lang="zh-TW" altLang="en-US" sz="1200" kern="1200" dirty="0"/>
        </a:p>
      </dsp:txBody>
      <dsp:txXfrm>
        <a:off x="7592648" y="583918"/>
        <a:ext cx="1570284" cy="1046856"/>
      </dsp:txXfrm>
    </dsp:sp>
    <dsp:sp modelId="{12F4A251-71C0-4397-B06B-511F71A7CC67}">
      <dsp:nvSpPr>
        <dsp:cNvPr id="0" name=""/>
        <dsp:cNvSpPr/>
      </dsp:nvSpPr>
      <dsp:spPr>
        <a:xfrm>
          <a:off x="9424646" y="583918"/>
          <a:ext cx="2617140" cy="1046856"/>
        </a:xfrm>
        <a:prstGeom prst="chevron">
          <a:avLst/>
        </a:prstGeom>
        <a:solidFill>
          <a:schemeClr val="bg2">
            <a:lumMod val="5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時域 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FFT 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頻率分析</a:t>
          </a:r>
          <a:endParaRPr lang="en-US" altLang="zh-TW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(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確保有 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7-12Hz </a:t>
          </a:r>
          <a:r>
            <a:rPr lang="zh-TW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閃爍</a:t>
          </a:r>
          <a:r>
            <a:rPr lang="en-US" altLang="en-US" sz="12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)</a:t>
          </a:r>
          <a:endParaRPr lang="zh-TW" altLang="en-US" sz="1200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9948074" y="583918"/>
        <a:ext cx="1570284" cy="10468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6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98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97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09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18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6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0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35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02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80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40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92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952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2159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739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795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7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8963A12-9761-4ADD-AF56-51C28C6F1DF6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8FF445-A3C8-4840-A049-546A61D9B0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059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5103C65-7D55-5659-7A76-8A9AB87F4A30}"/>
              </a:ext>
            </a:extLst>
          </p:cNvPr>
          <p:cNvSpPr txBox="1"/>
          <p:nvPr/>
        </p:nvSpPr>
        <p:spPr>
          <a:xfrm>
            <a:off x="353736" y="1035137"/>
            <a:ext cx="11484528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       [</a:t>
            </a:r>
            <a:r>
              <a:rPr lang="zh-TW" altLang="en-US" sz="2400" dirty="0"/>
              <a:t>輸入影格</a:t>
            </a:r>
            <a:r>
              <a:rPr lang="en-US" altLang="zh-TW" sz="2400" dirty="0"/>
              <a:t>] ──&gt; [</a:t>
            </a:r>
            <a:r>
              <a:rPr lang="zh-TW" altLang="en-US" sz="2400" dirty="0"/>
              <a:t>縮小與高斯模糊</a:t>
            </a:r>
            <a:r>
              <a:rPr lang="en-US" altLang="zh-TW" sz="2400" dirty="0"/>
              <a:t>] ──&gt; [</a:t>
            </a:r>
            <a:r>
              <a:rPr lang="zh-TW" altLang="en-US" sz="2400" dirty="0"/>
              <a:t>計算 </a:t>
            </a:r>
            <a:r>
              <a:rPr lang="en-US" altLang="zh-TW" sz="2400" dirty="0" err="1"/>
              <a:t>Farneback</a:t>
            </a:r>
            <a:r>
              <a:rPr lang="en-US" altLang="zh-TW" sz="2400" dirty="0"/>
              <a:t> </a:t>
            </a:r>
            <a:r>
              <a:rPr lang="zh-TW" altLang="en-US" sz="2400" dirty="0"/>
              <a:t>光流</a:t>
            </a:r>
            <a:r>
              <a:rPr lang="en-US" altLang="zh-TW" sz="2400" dirty="0"/>
              <a:t>] </a:t>
            </a:r>
          </a:p>
          <a:p>
            <a:r>
              <a:rPr lang="en-US" altLang="zh-TW" sz="2400" dirty="0"/>
              <a:t> [</a:t>
            </a:r>
            <a:r>
              <a:rPr lang="zh-TW" altLang="en-US" sz="2400" dirty="0"/>
              <a:t>劃分動態候選區</a:t>
            </a:r>
            <a:r>
              <a:rPr lang="en-US" altLang="zh-TW" sz="2400" dirty="0"/>
              <a:t>] &lt;── [</a:t>
            </a:r>
            <a:r>
              <a:rPr lang="zh-TW" altLang="en-US" sz="2400" dirty="0"/>
              <a:t>動態門檻篩選 </a:t>
            </a:r>
            <a:r>
              <a:rPr lang="en-US" altLang="zh-TW" sz="2400" dirty="0"/>
              <a:t>(Mean + K*Std)] &lt;──┘ </a:t>
            </a:r>
          </a:p>
          <a:p>
            <a:r>
              <a:rPr lang="en-US" altLang="zh-TW" sz="2400" dirty="0"/>
              <a:t>			│</a:t>
            </a:r>
          </a:p>
          <a:p>
            <a:r>
              <a:rPr lang="en-US" altLang="zh-TW" sz="2400" dirty="0"/>
              <a:t> [</a:t>
            </a:r>
            <a:r>
              <a:rPr lang="zh-TW" altLang="en-US" sz="2400" dirty="0"/>
              <a:t>連通域輪廓分析 </a:t>
            </a:r>
            <a:r>
              <a:rPr lang="en-US" altLang="zh-TW" sz="2400" dirty="0"/>
              <a:t>(Contours)]</a:t>
            </a:r>
          </a:p>
          <a:p>
            <a:pPr lvl="3"/>
            <a:r>
              <a:rPr lang="en-US" altLang="zh-TW" sz="2400" dirty="0"/>
              <a:t>│ </a:t>
            </a:r>
          </a:p>
          <a:p>
            <a:pPr lvl="3"/>
            <a:r>
              <a:rPr lang="en-US" altLang="zh-TW" sz="2400" dirty="0"/>
              <a:t>├──&gt; </a:t>
            </a:r>
            <a:r>
              <a:rPr lang="zh-TW" altLang="en-US" sz="2400" dirty="0"/>
              <a:t>關卡 </a:t>
            </a:r>
            <a:r>
              <a:rPr lang="en-US" altLang="zh-TW" sz="2400" dirty="0"/>
              <a:t>1</a:t>
            </a:r>
            <a:r>
              <a:rPr lang="zh-TW" altLang="en-US" sz="2400" dirty="0"/>
              <a:t>：面積與周長比例檢驗 </a:t>
            </a:r>
            <a:r>
              <a:rPr lang="en-US" altLang="zh-TW" sz="2400" dirty="0"/>
              <a:t>(</a:t>
            </a:r>
            <a:r>
              <a:rPr lang="zh-TW" altLang="en-US" sz="2400" dirty="0"/>
              <a:t>過濾平滑固體</a:t>
            </a:r>
            <a:r>
              <a:rPr lang="en-US" altLang="zh-TW" sz="2400" dirty="0"/>
              <a:t>) </a:t>
            </a:r>
          </a:p>
          <a:p>
            <a:pPr lvl="3"/>
            <a:r>
              <a:rPr lang="en-US" altLang="zh-TW" sz="2400" dirty="0"/>
              <a:t>├──&gt; </a:t>
            </a:r>
            <a:r>
              <a:rPr lang="zh-TW" altLang="en-US" sz="2400" dirty="0"/>
              <a:t>關卡 </a:t>
            </a:r>
            <a:r>
              <a:rPr lang="en-US" altLang="zh-TW" sz="2400" dirty="0"/>
              <a:t>2</a:t>
            </a:r>
            <a:r>
              <a:rPr lang="zh-TW" altLang="en-US" sz="2400" dirty="0"/>
              <a:t>：平均垂直速度</a:t>
            </a:r>
            <a:r>
              <a:rPr lang="en-US" altLang="zh-TW" sz="2400" dirty="0"/>
              <a:t>(</a:t>
            </a:r>
            <a:r>
              <a:rPr lang="zh-TW" altLang="en-US" sz="2400" dirty="0"/>
              <a:t>確保向上運動</a:t>
            </a:r>
            <a:r>
              <a:rPr lang="en-US" altLang="zh-TW" sz="2400" dirty="0"/>
              <a:t>) </a:t>
            </a:r>
          </a:p>
          <a:p>
            <a:pPr lvl="3"/>
            <a:r>
              <a:rPr lang="en-US" altLang="zh-TW" sz="2400" dirty="0"/>
              <a:t>├──&gt; </a:t>
            </a:r>
            <a:r>
              <a:rPr lang="zh-TW" altLang="en-US" sz="2400" dirty="0"/>
              <a:t>關卡 </a:t>
            </a:r>
            <a:r>
              <a:rPr lang="en-US" altLang="zh-TW" sz="2400" dirty="0"/>
              <a:t>3</a:t>
            </a:r>
            <a:r>
              <a:rPr lang="zh-TW" altLang="en-US" sz="2400" dirty="0"/>
              <a:t>：散度 </a:t>
            </a:r>
            <a:r>
              <a:rPr lang="en-US" altLang="zh-TW" sz="2400" dirty="0"/>
              <a:t>Divergence(</a:t>
            </a:r>
            <a:r>
              <a:rPr lang="zh-TW" altLang="en-US" sz="2400" dirty="0"/>
              <a:t>確保向外擴張</a:t>
            </a:r>
            <a:r>
              <a:rPr lang="en-US" altLang="zh-TW" sz="2400" dirty="0"/>
              <a:t>) </a:t>
            </a:r>
          </a:p>
          <a:p>
            <a:pPr lvl="3"/>
            <a:r>
              <a:rPr lang="en-US" altLang="zh-TW" sz="2400" dirty="0"/>
              <a:t>├──&gt; </a:t>
            </a:r>
            <a:r>
              <a:rPr lang="zh-TW" altLang="en-US" sz="2400" dirty="0"/>
              <a:t>關卡 </a:t>
            </a:r>
            <a:r>
              <a:rPr lang="en-US" altLang="zh-TW" sz="2400" dirty="0"/>
              <a:t>4</a:t>
            </a:r>
            <a:r>
              <a:rPr lang="zh-TW" altLang="en-US" sz="2400" dirty="0"/>
              <a:t>：亂流 </a:t>
            </a:r>
            <a:r>
              <a:rPr lang="en-US" altLang="zh-TW" sz="2400" dirty="0"/>
              <a:t>Turbulence(</a:t>
            </a:r>
            <a:r>
              <a:rPr lang="zh-TW" altLang="en-US" sz="2400" dirty="0"/>
              <a:t>確保運動混亂</a:t>
            </a:r>
            <a:r>
              <a:rPr lang="en-US" altLang="zh-TW" sz="2400" dirty="0"/>
              <a:t>) </a:t>
            </a:r>
          </a:p>
          <a:p>
            <a:pPr lvl="3"/>
            <a:r>
              <a:rPr lang="en-US" altLang="zh-TW" sz="2400" dirty="0"/>
              <a:t>└──&gt; </a:t>
            </a:r>
            <a:r>
              <a:rPr lang="zh-TW" altLang="en-US" sz="2400" dirty="0"/>
              <a:t>關卡 </a:t>
            </a:r>
            <a:r>
              <a:rPr lang="en-US" altLang="zh-TW" sz="2400" dirty="0"/>
              <a:t>5</a:t>
            </a:r>
            <a:r>
              <a:rPr lang="zh-TW" altLang="en-US" sz="2400" dirty="0"/>
              <a:t>：時域 </a:t>
            </a:r>
            <a:r>
              <a:rPr lang="en-US" altLang="zh-TW" sz="2400" dirty="0"/>
              <a:t>FFT </a:t>
            </a:r>
            <a:r>
              <a:rPr lang="zh-TW" altLang="en-US" sz="2400" dirty="0"/>
              <a:t>頻率分析</a:t>
            </a:r>
            <a:r>
              <a:rPr lang="en-US" altLang="zh-TW" sz="2400" dirty="0"/>
              <a:t>(</a:t>
            </a:r>
            <a:r>
              <a:rPr lang="zh-TW" altLang="en-US" sz="2400" dirty="0"/>
              <a:t>確保有 </a:t>
            </a:r>
            <a:r>
              <a:rPr lang="en-US" altLang="zh-TW" sz="2400" dirty="0"/>
              <a:t>7-12Hz </a:t>
            </a:r>
            <a:r>
              <a:rPr lang="zh-TW" altLang="en-US" sz="2400" dirty="0"/>
              <a:t>閃爍</a:t>
            </a:r>
            <a:r>
              <a:rPr lang="en-US" altLang="zh-TW" sz="2400" dirty="0"/>
              <a:t>) </a:t>
            </a:r>
          </a:p>
          <a:p>
            <a:pPr lvl="3"/>
            <a:r>
              <a:rPr lang="en-US" altLang="zh-TW" sz="2400" dirty="0"/>
              <a:t>		     │</a:t>
            </a:r>
          </a:p>
          <a:p>
            <a:r>
              <a:rPr lang="en-US" altLang="zh-TW" sz="2400" dirty="0"/>
              <a:t>                    [ </a:t>
            </a:r>
            <a:r>
              <a:rPr lang="zh-TW" altLang="en-US" sz="2400" dirty="0"/>
              <a:t>通過所有關卡 </a:t>
            </a:r>
            <a:r>
              <a:rPr lang="en-US" altLang="zh-TW" sz="2400" dirty="0"/>
              <a:t>] ──&gt; [ </a:t>
            </a:r>
            <a:r>
              <a:rPr lang="en-US" altLang="zh-TW" sz="2400" dirty="0" err="1"/>
              <a:t>IoU</a:t>
            </a:r>
            <a:r>
              <a:rPr lang="en-US" altLang="zh-TW" sz="2400" dirty="0"/>
              <a:t> </a:t>
            </a:r>
            <a:r>
              <a:rPr lang="zh-TW" altLang="en-US" sz="2400" dirty="0"/>
              <a:t>框合併 </a:t>
            </a:r>
            <a:r>
              <a:rPr lang="en-US" altLang="zh-TW" sz="2400" dirty="0"/>
              <a:t>] ──&gt; [ </a:t>
            </a:r>
            <a:r>
              <a:rPr lang="zh-TW" altLang="en-US" sz="2400" dirty="0"/>
              <a:t>映射回原圖尺寸畫紅框 </a:t>
            </a:r>
            <a:r>
              <a:rPr lang="en-US" altLang="zh-TW" sz="2400" dirty="0"/>
              <a:t>]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E606F2-1036-FC1B-55E5-E16C5F69E64D}"/>
              </a:ext>
            </a:extLst>
          </p:cNvPr>
          <p:cNvSpPr txBox="1"/>
          <p:nvPr/>
        </p:nvSpPr>
        <p:spPr>
          <a:xfrm>
            <a:off x="353736" y="28636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軟體程式架構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5C3888-785A-C8C3-6355-9E6963A1525C}"/>
              </a:ext>
            </a:extLst>
          </p:cNvPr>
          <p:cNvSpPr txBox="1"/>
          <p:nvPr/>
        </p:nvSpPr>
        <p:spPr>
          <a:xfrm>
            <a:off x="92593" y="6078722"/>
            <a:ext cx="12006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火焰內部可能被切成多個小區塊，利用 </a:t>
            </a: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merge_boxes</a:t>
            </a:r>
            <a:r>
              <a:rPr kumimoji="0" lang="zh-TW" altLang="zh-TW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函式把互相重疊的候選框合併成一個大框 </a:t>
            </a:r>
            <a:endParaRPr kumimoji="0" lang="zh-TW" altLang="zh-TW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TW" altLang="en-US" sz="2200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5825453-EB93-ED32-1A1B-87E93A94CDAC}"/>
              </a:ext>
            </a:extLst>
          </p:cNvPr>
          <p:cNvCxnSpPr>
            <a:cxnSpLocks/>
          </p:cNvCxnSpPr>
          <p:nvPr/>
        </p:nvCxnSpPr>
        <p:spPr>
          <a:xfrm>
            <a:off x="5951621" y="5559452"/>
            <a:ext cx="0" cy="519270"/>
          </a:xfrm>
          <a:prstGeom prst="straightConnector1">
            <a:avLst/>
          </a:prstGeom>
          <a:ln w="76200">
            <a:solidFill>
              <a:schemeClr val="tx1">
                <a:lumMod val="9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5">
            <a:extLst>
              <a:ext uri="{FF2B5EF4-FFF2-40B4-BE49-F238E27FC236}">
                <a16:creationId xmlns:a16="http://schemas.microsoft.com/office/drawing/2014/main" id="{B91A80D3-1223-D77F-C21F-77FBE24BF9A8}"/>
              </a:ext>
            </a:extLst>
          </p:cNvPr>
          <p:cNvSpPr txBox="1"/>
          <p:nvPr/>
        </p:nvSpPr>
        <p:spPr>
          <a:xfrm>
            <a:off x="7767890" y="347917"/>
            <a:ext cx="4331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200" dirty="0"/>
              <a:t>組員</a:t>
            </a:r>
            <a:r>
              <a:rPr lang="en-US" altLang="zh-TW" sz="3200" dirty="0"/>
              <a:t>:</a:t>
            </a:r>
            <a:r>
              <a:rPr lang="zh-TW" altLang="en-US" sz="3200" dirty="0"/>
              <a:t> 陳麒瑞、林哲宇</a:t>
            </a:r>
          </a:p>
        </p:txBody>
      </p:sp>
    </p:spTree>
    <p:extLst>
      <p:ext uri="{BB962C8B-B14F-4D97-AF65-F5344CB8AC3E}">
        <p14:creationId xmlns:p14="http://schemas.microsoft.com/office/powerpoint/2010/main" val="379260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704F3A0-4FDF-220B-882C-D28746BF6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881609"/>
              </p:ext>
            </p:extLst>
          </p:nvPr>
        </p:nvGraphicFramePr>
        <p:xfrm>
          <a:off x="73636" y="-83890"/>
          <a:ext cx="12044728" cy="221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5103C65-7D55-5659-7A76-8A9AB87F4A30}"/>
              </a:ext>
            </a:extLst>
          </p:cNvPr>
          <p:cNvSpPr txBox="1"/>
          <p:nvPr/>
        </p:nvSpPr>
        <p:spPr>
          <a:xfrm>
            <a:off x="220322" y="1951672"/>
            <a:ext cx="9035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</a:t>
            </a:r>
            <a:r>
              <a:rPr lang="zh-TW" altLang="en-US" sz="2400" dirty="0"/>
              <a:t>、</a:t>
            </a:r>
            <a:r>
              <a:rPr lang="en-US" altLang="zh-TW" sz="2400" dirty="0"/>
              <a:t>Why</a:t>
            </a:r>
            <a:r>
              <a:rPr lang="zh-TW" altLang="en-US" sz="2400" dirty="0"/>
              <a:t>、</a:t>
            </a:r>
            <a:r>
              <a:rPr lang="en-US" altLang="zh-TW" sz="2400" dirty="0"/>
              <a:t>How :</a:t>
            </a:r>
          </a:p>
          <a:p>
            <a:endParaRPr lang="en-US" altLang="zh-TW" sz="2400" dirty="0"/>
          </a:p>
          <a:p>
            <a:r>
              <a:rPr lang="zh-TW" altLang="en-US" sz="2400" dirty="0"/>
              <a:t>火焰的外觀通常是破碎、不規則的，透過</a:t>
            </a:r>
            <a:r>
              <a:rPr lang="zh-TW" altLang="en-US" sz="2400" b="1" dirty="0"/>
              <a:t>面積與周長比</a:t>
            </a:r>
            <a:r>
              <a:rPr lang="zh-TW" altLang="en-US" sz="2400" dirty="0"/>
              <a:t>過濾掉平滑的固體（如人的手臂）</a:t>
            </a:r>
          </a:p>
        </p:txBody>
      </p:sp>
    </p:spTree>
    <p:extLst>
      <p:ext uri="{BB962C8B-B14F-4D97-AF65-F5344CB8AC3E}">
        <p14:creationId xmlns:p14="http://schemas.microsoft.com/office/powerpoint/2010/main" val="69612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704F3A0-4FDF-220B-882C-D28746BF6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084598"/>
              </p:ext>
            </p:extLst>
          </p:nvPr>
        </p:nvGraphicFramePr>
        <p:xfrm>
          <a:off x="73636" y="-83890"/>
          <a:ext cx="12044728" cy="221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40EB2BA-F997-8284-4729-150CDDBDE756}"/>
              </a:ext>
            </a:extLst>
          </p:cNvPr>
          <p:cNvSpPr txBox="1"/>
          <p:nvPr/>
        </p:nvSpPr>
        <p:spPr>
          <a:xfrm>
            <a:off x="220322" y="1951672"/>
            <a:ext cx="9035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</a:t>
            </a:r>
            <a:r>
              <a:rPr lang="zh-TW" altLang="en-US" sz="2400" dirty="0"/>
              <a:t>、</a:t>
            </a:r>
            <a:r>
              <a:rPr lang="en-US" altLang="zh-TW" sz="2400" dirty="0"/>
              <a:t>Why</a:t>
            </a:r>
            <a:r>
              <a:rPr lang="zh-TW" altLang="en-US" sz="2400" dirty="0"/>
              <a:t>、</a:t>
            </a:r>
            <a:r>
              <a:rPr lang="en-US" altLang="zh-TW" sz="2400" dirty="0"/>
              <a:t>How :</a:t>
            </a:r>
          </a:p>
          <a:p>
            <a:endParaRPr lang="en-US" altLang="zh-TW" sz="2400" dirty="0"/>
          </a:p>
          <a:p>
            <a:r>
              <a:rPr lang="zh-TW" altLang="en-US" sz="2400" dirty="0"/>
              <a:t>分離出垂直方向的光流，計算整個候選區域的「平均垂直速度」。火焰因為熱空氣上升，運動方向必須</a:t>
            </a:r>
            <a:r>
              <a:rPr lang="zh-TW" altLang="en-US" sz="2400" b="1" dirty="0"/>
              <a:t>向上</a:t>
            </a:r>
            <a:endParaRPr kumimoji="0" lang="zh-TW" altLang="zh-TW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86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704F3A0-4FDF-220B-882C-D28746BF6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630845"/>
              </p:ext>
            </p:extLst>
          </p:nvPr>
        </p:nvGraphicFramePr>
        <p:xfrm>
          <a:off x="73636" y="-83890"/>
          <a:ext cx="12044728" cy="221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2A285086-D582-0875-B654-A6115BBF474F}"/>
              </a:ext>
            </a:extLst>
          </p:cNvPr>
          <p:cNvSpPr txBox="1"/>
          <p:nvPr/>
        </p:nvSpPr>
        <p:spPr>
          <a:xfrm>
            <a:off x="220322" y="1951672"/>
            <a:ext cx="90359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</a:t>
            </a:r>
            <a:r>
              <a:rPr lang="zh-TW" altLang="en-US" sz="2400" dirty="0"/>
              <a:t>、</a:t>
            </a:r>
            <a:r>
              <a:rPr lang="en-US" altLang="zh-TW" sz="2400" dirty="0"/>
              <a:t>Why</a:t>
            </a:r>
            <a:r>
              <a:rPr lang="zh-TW" altLang="en-US" sz="2400" dirty="0"/>
              <a:t>、</a:t>
            </a:r>
            <a:r>
              <a:rPr lang="en-US" altLang="zh-TW" sz="2400" dirty="0"/>
              <a:t>How :</a:t>
            </a:r>
          </a:p>
          <a:p>
            <a:endParaRPr lang="en-US" altLang="zh-TW" sz="2400" dirty="0"/>
          </a:p>
          <a:p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散度（Divergence）：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利用 Sobel 算子計算水平速度的</a:t>
            </a:r>
            <a:r>
              <a:rPr kumimoji="0" lang="zh-TW" altLang="zh-TW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nch Script MT" panose="03020402040607040605" pitchFamily="66" charset="0"/>
                <a:ea typeface="Google Sans Text"/>
              </a:rPr>
              <a:t>x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偏微分與垂直速度的</a:t>
            </a:r>
            <a:r>
              <a:rPr kumimoji="0" lang="zh-TW" altLang="zh-TW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nch Script MT" panose="03020402040607040605" pitchFamily="66" charset="0"/>
                <a:ea typeface="Google Sans Text"/>
              </a:rPr>
              <a:t>y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偏微分。若大於零，代表該區域正在「向外擴張」</a:t>
            </a:r>
          </a:p>
        </p:txBody>
      </p:sp>
    </p:spTree>
    <p:extLst>
      <p:ext uri="{BB962C8B-B14F-4D97-AF65-F5344CB8AC3E}">
        <p14:creationId xmlns:p14="http://schemas.microsoft.com/office/powerpoint/2010/main" val="36184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704F3A0-4FDF-220B-882C-D28746BF6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3622904"/>
              </p:ext>
            </p:extLst>
          </p:nvPr>
        </p:nvGraphicFramePr>
        <p:xfrm>
          <a:off x="73636" y="-83890"/>
          <a:ext cx="12044728" cy="221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5B37EAE1-191F-EBC9-A23F-31226A6EF2FE}"/>
              </a:ext>
            </a:extLst>
          </p:cNvPr>
          <p:cNvSpPr txBox="1"/>
          <p:nvPr/>
        </p:nvSpPr>
        <p:spPr>
          <a:xfrm>
            <a:off x="220322" y="1951672"/>
            <a:ext cx="9035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</a:t>
            </a:r>
            <a:r>
              <a:rPr lang="zh-TW" altLang="en-US" sz="2400" dirty="0"/>
              <a:t>、</a:t>
            </a:r>
            <a:r>
              <a:rPr lang="en-US" altLang="zh-TW" sz="2400" dirty="0"/>
              <a:t>Why</a:t>
            </a:r>
            <a:r>
              <a:rPr lang="zh-TW" altLang="en-US" sz="2400" dirty="0"/>
              <a:t>、</a:t>
            </a:r>
            <a:r>
              <a:rPr lang="en-US" altLang="zh-TW" sz="2400" dirty="0"/>
              <a:t>How :</a:t>
            </a:r>
          </a:p>
          <a:p>
            <a:endParaRPr lang="en-US" altLang="zh-TW" sz="2400" dirty="0"/>
          </a:p>
          <a:p>
            <a:r>
              <a:rPr lang="zh-TW" altLang="en-US" sz="2400" b="1" dirty="0"/>
              <a:t>亂流度（</a:t>
            </a:r>
            <a:r>
              <a:rPr lang="en-US" altLang="zh-TW" sz="2400" b="1" dirty="0"/>
              <a:t>Turbulence</a:t>
            </a:r>
            <a:r>
              <a:rPr lang="zh-TW" altLang="en-US" sz="2400" b="1" dirty="0"/>
              <a:t>）：</a:t>
            </a:r>
            <a:r>
              <a:rPr lang="zh-TW" altLang="en-US" sz="2400" dirty="0"/>
              <a:t> 計算區域內所有光流向量的方差（</a:t>
            </a:r>
            <a:r>
              <a:rPr lang="en-US" altLang="zh-TW" sz="2400" dirty="0"/>
              <a:t>Variance</a:t>
            </a:r>
            <a:r>
              <a:rPr lang="zh-TW" altLang="en-US" sz="2400" dirty="0"/>
              <a:t>），用來衡量運動的混亂程度</a:t>
            </a:r>
          </a:p>
        </p:txBody>
      </p:sp>
    </p:spTree>
    <p:extLst>
      <p:ext uri="{BB962C8B-B14F-4D97-AF65-F5344CB8AC3E}">
        <p14:creationId xmlns:p14="http://schemas.microsoft.com/office/powerpoint/2010/main" val="91795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704F3A0-4FDF-220B-882C-D28746BF6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3116819"/>
              </p:ext>
            </p:extLst>
          </p:nvPr>
        </p:nvGraphicFramePr>
        <p:xfrm>
          <a:off x="73636" y="-83890"/>
          <a:ext cx="12044728" cy="2214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88D06F85-0577-71DE-4C86-BE13B64A14A4}"/>
              </a:ext>
            </a:extLst>
          </p:cNvPr>
          <p:cNvSpPr txBox="1"/>
          <p:nvPr/>
        </p:nvSpPr>
        <p:spPr>
          <a:xfrm>
            <a:off x="220322" y="1951672"/>
            <a:ext cx="90359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</a:t>
            </a:r>
            <a:r>
              <a:rPr lang="zh-TW" altLang="en-US" sz="2400" dirty="0"/>
              <a:t>、</a:t>
            </a:r>
            <a:r>
              <a:rPr lang="en-US" altLang="zh-TW" sz="2400" dirty="0"/>
              <a:t>Why</a:t>
            </a:r>
            <a:r>
              <a:rPr lang="zh-TW" altLang="en-US" sz="2400" dirty="0"/>
              <a:t>、</a:t>
            </a:r>
            <a:r>
              <a:rPr lang="en-US" altLang="zh-TW" sz="2400" dirty="0"/>
              <a:t>How :</a:t>
            </a:r>
          </a:p>
          <a:p>
            <a:endParaRPr lang="en-US" altLang="zh-TW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時域頻率分析（Temporal FFT）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技術：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快速傅立葉變換</a:t>
            </a:r>
            <a:endParaRPr kumimoji="0" lang="en-US" altLang="zh-TW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作用：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用一個長度為 32 幀的滑動視窗（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mag_history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），記錄該區域光流強度的變化訊號。將這個「時間訊號」轉換成「頻率訊號」，檢查 7–12 Hz 頻帶的能量比例</a:t>
            </a:r>
            <a:endParaRPr kumimoji="0" lang="zh-TW" altLang="zh-TW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870677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108</TotalTime>
  <Words>646</Words>
  <Application>Microsoft Office PowerPoint</Application>
  <PresentationFormat>寬螢幕</PresentationFormat>
  <Paragraphs>82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Arial Unicode MS</vt:lpstr>
      <vt:lpstr>Arial</vt:lpstr>
      <vt:lpstr>Century Gothic</vt:lpstr>
      <vt:lpstr>French Script MT</vt:lpstr>
      <vt:lpstr>Wingdings 3</vt:lpstr>
      <vt:lpstr>切割線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麒瑞 陳</dc:creator>
  <cp:lastModifiedBy>麒瑞 陳</cp:lastModifiedBy>
  <cp:revision>6</cp:revision>
  <dcterms:created xsi:type="dcterms:W3CDTF">2026-04-28T10:41:34Z</dcterms:created>
  <dcterms:modified xsi:type="dcterms:W3CDTF">2026-06-17T03:59:15Z</dcterms:modified>
</cp:coreProperties>
</file>