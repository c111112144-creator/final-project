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65" r:id="rId2"/>
    <p:sldId id="26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6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98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97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09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18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6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0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35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02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80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40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92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952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2159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739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795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7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8963A12-9761-4ADD-AF56-51C28C6F1DF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059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5103C65-7D55-5659-7A76-8A9AB87F4A30}"/>
              </a:ext>
            </a:extLst>
          </p:cNvPr>
          <p:cNvSpPr txBox="1"/>
          <p:nvPr/>
        </p:nvSpPr>
        <p:spPr>
          <a:xfrm>
            <a:off x="353736" y="1536174"/>
            <a:ext cx="11484528" cy="41549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sz="2400" dirty="0"/>
              <a:t>關卡 </a:t>
            </a:r>
            <a:r>
              <a:rPr lang="en-US" altLang="zh-TW" sz="2400" dirty="0"/>
              <a:t>1</a:t>
            </a:r>
            <a:r>
              <a:rPr lang="zh-TW" altLang="en-US" sz="2400" dirty="0"/>
              <a:t>：面積與周長比例檢驗 </a:t>
            </a:r>
            <a:r>
              <a:rPr lang="en-US" altLang="zh-TW" sz="2400" dirty="0"/>
              <a:t>(</a:t>
            </a:r>
            <a:r>
              <a:rPr lang="zh-TW" altLang="en-US" sz="2400" dirty="0"/>
              <a:t>過濾平滑固體</a:t>
            </a:r>
            <a:r>
              <a:rPr lang="en-US" altLang="zh-TW" sz="2400" dirty="0"/>
              <a:t>) </a:t>
            </a:r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若輸入影片畫質不夠則無法正常工作</a:t>
            </a:r>
            <a:r>
              <a:rPr lang="en-US" altLang="zh-TW" sz="2400" dirty="0"/>
              <a:t>──&gt; </a:t>
            </a:r>
            <a:r>
              <a:rPr lang="zh-TW" altLang="en-US" sz="2400" dirty="0">
                <a:solidFill>
                  <a:srgbClr val="FF0000"/>
                </a:solidFill>
              </a:rPr>
              <a:t>刪除</a:t>
            </a:r>
            <a:endParaRPr lang="en-US" altLang="zh-TW" sz="2400" dirty="0">
              <a:solidFill>
                <a:srgbClr val="FF0000"/>
              </a:solidFill>
            </a:endParaRPr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2</a:t>
            </a:r>
            <a:r>
              <a:rPr lang="zh-TW" altLang="en-US" sz="2400" dirty="0"/>
              <a:t>：平均垂直速度</a:t>
            </a:r>
            <a:r>
              <a:rPr lang="en-US" altLang="zh-TW" sz="2400" dirty="0"/>
              <a:t>(</a:t>
            </a:r>
            <a:r>
              <a:rPr lang="zh-TW" altLang="en-US" sz="2400" dirty="0"/>
              <a:t>確保向上運動</a:t>
            </a:r>
            <a:r>
              <a:rPr lang="en-US" altLang="zh-TW" sz="2400" dirty="0"/>
              <a:t>) </a:t>
            </a:r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鏡頭若有晃動會造成誤判</a:t>
            </a:r>
            <a:r>
              <a:rPr lang="en-US" altLang="zh-TW" sz="2400" dirty="0"/>
              <a:t>──&gt;</a:t>
            </a:r>
            <a:r>
              <a:rPr lang="zh-TW" altLang="en-US" sz="2400" dirty="0">
                <a:solidFill>
                  <a:srgbClr val="FF0000"/>
                </a:solidFill>
              </a:rPr>
              <a:t>刪除</a:t>
            </a:r>
            <a:endParaRPr lang="en-US" altLang="zh-TW" sz="2400" dirty="0"/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3</a:t>
            </a:r>
            <a:r>
              <a:rPr lang="zh-TW" altLang="en-US" sz="2400" dirty="0"/>
              <a:t>：散度 </a:t>
            </a:r>
            <a:r>
              <a:rPr lang="en-US" altLang="zh-TW" sz="2400" dirty="0"/>
              <a:t>Divergence(</a:t>
            </a:r>
            <a:r>
              <a:rPr lang="zh-TW" altLang="en-US" sz="2400" dirty="0"/>
              <a:t>確保向外擴張</a:t>
            </a:r>
            <a:r>
              <a:rPr lang="en-US" altLang="zh-TW" sz="2400" dirty="0"/>
              <a:t>) </a:t>
            </a:r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影片裡若有高速抽動的物體會造成誤判</a:t>
            </a:r>
            <a:r>
              <a:rPr lang="en-US" altLang="zh-TW" sz="2400" dirty="0"/>
              <a:t>──&gt;</a:t>
            </a:r>
            <a:r>
              <a:rPr lang="zh-TW" altLang="en-US" sz="2400" dirty="0">
                <a:solidFill>
                  <a:srgbClr val="FF0000"/>
                </a:solidFill>
              </a:rPr>
              <a:t>刪除</a:t>
            </a:r>
            <a:endParaRPr lang="en-US" altLang="zh-TW" sz="2400" dirty="0"/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4</a:t>
            </a:r>
            <a:r>
              <a:rPr lang="zh-TW" altLang="en-US" sz="2400" dirty="0"/>
              <a:t>：亂流 </a:t>
            </a:r>
            <a:r>
              <a:rPr lang="en-US" altLang="zh-TW" sz="2400" dirty="0"/>
              <a:t>Turbulence(</a:t>
            </a:r>
            <a:r>
              <a:rPr lang="zh-TW" altLang="en-US" sz="2400" dirty="0"/>
              <a:t>確保運動混亂</a:t>
            </a:r>
            <a:r>
              <a:rPr lang="en-US" altLang="zh-TW" sz="2400" dirty="0"/>
              <a:t>) </a:t>
            </a:r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影片裡若有高速抽動的物體也會造成誤判</a:t>
            </a:r>
            <a:r>
              <a:rPr lang="en-US" altLang="zh-TW" sz="2400" dirty="0"/>
              <a:t>──&gt;</a:t>
            </a:r>
            <a:r>
              <a:rPr lang="zh-TW" altLang="en-US" sz="2400" dirty="0">
                <a:solidFill>
                  <a:srgbClr val="FF0000"/>
                </a:solidFill>
              </a:rPr>
              <a:t>刪除</a:t>
            </a:r>
            <a:endParaRPr lang="en-US" altLang="zh-TW" sz="2400" dirty="0"/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5</a:t>
            </a:r>
            <a:r>
              <a:rPr lang="zh-TW" altLang="en-US" sz="2400" dirty="0"/>
              <a:t>：時域 </a:t>
            </a:r>
            <a:r>
              <a:rPr lang="en-US" altLang="zh-TW" sz="2400" dirty="0"/>
              <a:t>FFT </a:t>
            </a:r>
            <a:r>
              <a:rPr lang="zh-TW" altLang="en-US" sz="2400" dirty="0"/>
              <a:t>頻率分析</a:t>
            </a:r>
            <a:r>
              <a:rPr lang="en-US" altLang="zh-TW" sz="2400" dirty="0"/>
              <a:t>(</a:t>
            </a:r>
            <a:r>
              <a:rPr lang="zh-TW" altLang="en-US" sz="2400" dirty="0"/>
              <a:t>確保有 </a:t>
            </a:r>
            <a:r>
              <a:rPr lang="en-US" altLang="zh-TW" sz="2400" dirty="0"/>
              <a:t>7-12Hz </a:t>
            </a:r>
            <a:r>
              <a:rPr lang="zh-TW" altLang="en-US" sz="2400" dirty="0"/>
              <a:t>閃爍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影片裡若有高速抽動的物體一樣會造成誤判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而且有硬體限制</a:t>
            </a:r>
            <a:r>
              <a:rPr lang="en-US" altLang="zh-TW" sz="2400" dirty="0"/>
              <a:t>──&gt;</a:t>
            </a:r>
            <a:r>
              <a:rPr lang="zh-TW" altLang="en-US" sz="2400" dirty="0">
                <a:solidFill>
                  <a:srgbClr val="FF0000"/>
                </a:solidFill>
              </a:rPr>
              <a:t>刪除</a:t>
            </a:r>
            <a:endParaRPr lang="en-US" altLang="zh-TW" sz="2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E606F2-1036-FC1B-55E5-E16C5F69E64D}"/>
              </a:ext>
            </a:extLst>
          </p:cNvPr>
          <p:cNvSpPr txBox="1"/>
          <p:nvPr/>
        </p:nvSpPr>
        <p:spPr>
          <a:xfrm>
            <a:off x="353736" y="286361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軟體程式架構之關卡裁減</a:t>
            </a: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B91A80D3-1223-D77F-C21F-77FBE24BF9A8}"/>
              </a:ext>
            </a:extLst>
          </p:cNvPr>
          <p:cNvSpPr txBox="1"/>
          <p:nvPr/>
        </p:nvSpPr>
        <p:spPr>
          <a:xfrm>
            <a:off x="7944059" y="6161487"/>
            <a:ext cx="4144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200" dirty="0"/>
              <a:t>組員</a:t>
            </a:r>
            <a:r>
              <a:rPr lang="en-US" altLang="zh-TW" sz="3200" dirty="0"/>
              <a:t>:</a:t>
            </a:r>
            <a:r>
              <a:rPr lang="zh-TW" altLang="en-US" sz="3200" dirty="0"/>
              <a:t> 陳麒瑞、林哲宇</a:t>
            </a:r>
          </a:p>
        </p:txBody>
      </p:sp>
    </p:spTree>
    <p:extLst>
      <p:ext uri="{BB962C8B-B14F-4D97-AF65-F5344CB8AC3E}">
        <p14:creationId xmlns:p14="http://schemas.microsoft.com/office/powerpoint/2010/main" val="379260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5103C65-7D55-5659-7A76-8A9AB87F4A30}"/>
              </a:ext>
            </a:extLst>
          </p:cNvPr>
          <p:cNvSpPr txBox="1"/>
          <p:nvPr/>
        </p:nvSpPr>
        <p:spPr>
          <a:xfrm>
            <a:off x="353736" y="1863345"/>
            <a:ext cx="11484528" cy="30469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sz="2400" dirty="0"/>
              <a:t>關卡 </a:t>
            </a:r>
            <a:r>
              <a:rPr lang="en-US" altLang="zh-TW" sz="2400" dirty="0"/>
              <a:t>1</a:t>
            </a:r>
            <a:r>
              <a:rPr lang="zh-TW" altLang="en-US" sz="2400" dirty="0"/>
              <a:t>：尋找光源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利用明度判斷（</a:t>
            </a:r>
            <a:r>
              <a:rPr lang="en-US" altLang="zh-TW" sz="2400" dirty="0"/>
              <a:t>V</a:t>
            </a:r>
            <a:r>
              <a:rPr lang="zh-TW" altLang="en-US" sz="2400" dirty="0"/>
              <a:t>通道）去抓最亮的點</a:t>
            </a:r>
            <a:endParaRPr lang="en-US" altLang="zh-TW" sz="2400" dirty="0"/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2</a:t>
            </a:r>
            <a:r>
              <a:rPr lang="zh-TW" altLang="en-US" sz="2400" dirty="0"/>
              <a:t>：判斷顏色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影像處理的最大優勢之一 </a:t>
            </a:r>
            <a:r>
              <a:rPr lang="en-US" altLang="zh-TW" sz="2400" dirty="0"/>
              <a:t>:</a:t>
            </a:r>
            <a:r>
              <a:rPr lang="zh-TW" altLang="en-US" sz="2400" dirty="0"/>
              <a:t> 色彩判斷，上一關找到的光源即為火焰的火源，然後</a:t>
            </a:r>
            <a:r>
              <a:rPr lang="en-US" altLang="zh-TW" sz="2400" dirty="0"/>
              <a:t>	</a:t>
            </a:r>
            <a:r>
              <a:rPr lang="zh-TW" altLang="en-US" sz="2400" dirty="0"/>
              <a:t>判斷火源上方、左方、右方是否有紅橘色的色彩參數</a:t>
            </a:r>
            <a:endParaRPr lang="en-US" altLang="zh-TW" sz="2400" dirty="0"/>
          </a:p>
          <a:p>
            <a:r>
              <a:rPr lang="zh-TW" altLang="en-US" sz="2400" dirty="0"/>
              <a:t>關卡 </a:t>
            </a:r>
            <a:r>
              <a:rPr lang="en-US" altLang="zh-TW" sz="2400" dirty="0"/>
              <a:t>3</a:t>
            </a:r>
            <a:r>
              <a:rPr lang="zh-TW" altLang="en-US" sz="2400" dirty="0"/>
              <a:t>：火源大小的判斷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火焰的火源大小會不斷改變，是動態的，若第一關偵測到的光源大小不變那就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可能是電燈或光滑表面的反光</a:t>
            </a:r>
            <a:endParaRPr lang="en-US" altLang="zh-TW" sz="2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E606F2-1036-FC1B-55E5-E16C5F69E64D}"/>
              </a:ext>
            </a:extLst>
          </p:cNvPr>
          <p:cNvSpPr txBox="1"/>
          <p:nvPr/>
        </p:nvSpPr>
        <p:spPr>
          <a:xfrm>
            <a:off x="353736" y="286361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軟體程式架構之關卡裁減</a:t>
            </a: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B91A80D3-1223-D77F-C21F-77FBE24BF9A8}"/>
              </a:ext>
            </a:extLst>
          </p:cNvPr>
          <p:cNvSpPr txBox="1"/>
          <p:nvPr/>
        </p:nvSpPr>
        <p:spPr>
          <a:xfrm>
            <a:off x="353736" y="1209003"/>
            <a:ext cx="4144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200" dirty="0"/>
              <a:t>取而代之的關卡</a:t>
            </a:r>
          </a:p>
        </p:txBody>
      </p:sp>
      <p:sp>
        <p:nvSpPr>
          <p:cNvPr id="4" name="文字方塊 5">
            <a:extLst>
              <a:ext uri="{FF2B5EF4-FFF2-40B4-BE49-F238E27FC236}">
                <a16:creationId xmlns:a16="http://schemas.microsoft.com/office/drawing/2014/main" id="{F9D3858B-FFBC-1AF2-1585-F1D39FA72BDF}"/>
              </a:ext>
            </a:extLst>
          </p:cNvPr>
          <p:cNvSpPr txBox="1"/>
          <p:nvPr/>
        </p:nvSpPr>
        <p:spPr>
          <a:xfrm>
            <a:off x="353736" y="5363932"/>
            <a:ext cx="9671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較硬體部分更多的功能 </a:t>
            </a:r>
            <a:r>
              <a:rPr lang="en-US" altLang="zh-TW" sz="2800" dirty="0"/>
              <a:t>:</a:t>
            </a:r>
          </a:p>
          <a:p>
            <a:r>
              <a:rPr lang="zh-TW" altLang="en-US" sz="2800" dirty="0"/>
              <a:t>能偵測多個火焰，若同時有多處起火每處的火焰都能偵測到</a:t>
            </a:r>
          </a:p>
        </p:txBody>
      </p:sp>
    </p:spTree>
    <p:extLst>
      <p:ext uri="{BB962C8B-B14F-4D97-AF65-F5344CB8AC3E}">
        <p14:creationId xmlns:p14="http://schemas.microsoft.com/office/powerpoint/2010/main" val="3008210412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134</TotalTime>
  <Words>295</Words>
  <Application>Microsoft Office PowerPoint</Application>
  <PresentationFormat>寬螢幕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切割線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麒瑞 陳</dc:creator>
  <cp:lastModifiedBy>麒瑞 陳</cp:lastModifiedBy>
  <cp:revision>8</cp:revision>
  <dcterms:created xsi:type="dcterms:W3CDTF">2026-04-28T10:41:34Z</dcterms:created>
  <dcterms:modified xsi:type="dcterms:W3CDTF">2026-06-24T04:27:49Z</dcterms:modified>
</cp:coreProperties>
</file>